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9e1af3abe2493c" /><Relationship Type="http://schemas.openxmlformats.org/officeDocument/2006/relationships/extended-properties" Target="/docProps/app.xml" Id="Rd7b48095574e4c18" /><Relationship Type="http://schemas.openxmlformats.org/officeDocument/2006/relationships/officeDocument" Target="/ppt/presentation.xml" Id="R14a89908d3084d12" /></Relationships>
</file>

<file path=ppt/presentation.xml><?xml version="1.0" encoding="utf-8"?>
<p:presentation xmlns:p="http://schemas.openxmlformats.org/presentationml/2006/main">
  <p:sldMasterIdLst>
    <p:sldMasterId xmlns:r="http://schemas.openxmlformats.org/officeDocument/2006/relationships" id="2147483648" r:id="R50725a7656d44bc4"/>
  </p:sldMasterIdLst>
  <p:notesMasterIdLst>
    <p:notesMasterId xmlns:r="http://schemas.openxmlformats.org/officeDocument/2006/relationships" r:id="Rdd44f5326e574e8f"/>
  </p:notesMasterIdLst>
  <p:sldIdLst>
    <p:sldId xmlns:r="http://schemas.openxmlformats.org/officeDocument/2006/relationships" id="256" r:id="R847bff7cd0184bae"/>
    <p:sldId xmlns:r="http://schemas.openxmlformats.org/officeDocument/2006/relationships" id="257" r:id="R7cd6baeda33e4848"/>
    <p:sldId xmlns:r="http://schemas.openxmlformats.org/officeDocument/2006/relationships" id="258" r:id="R10905692ea864410"/>
    <p:sldId xmlns:r="http://schemas.openxmlformats.org/officeDocument/2006/relationships" id="259" r:id="R7f4fa726b6584bac"/>
    <p:sldId xmlns:r="http://schemas.openxmlformats.org/officeDocument/2006/relationships" id="260" r:id="Rf1b6276bc2194606"/>
    <p:sldId xmlns:r="http://schemas.openxmlformats.org/officeDocument/2006/relationships" id="261" r:id="R36adf7e32db04ff3"/>
    <p:sldId xmlns:r="http://schemas.openxmlformats.org/officeDocument/2006/relationships" id="262" r:id="Ra058fd294c9349dc"/>
    <p:sldId xmlns:r="http://schemas.openxmlformats.org/officeDocument/2006/relationships" id="263" r:id="R159bf00f0bb84de9"/>
    <p:sldId xmlns:r="http://schemas.openxmlformats.org/officeDocument/2006/relationships" id="264" r:id="R7c07cfecc0a2440e"/>
    <p:sldId xmlns:r="http://schemas.openxmlformats.org/officeDocument/2006/relationships" id="265" r:id="Re15a8454d9044b6b"/>
    <p:sldId xmlns:r="http://schemas.openxmlformats.org/officeDocument/2006/relationships" id="266" r:id="R89a4607af71e41d6"/>
    <p:sldId xmlns:r="http://schemas.openxmlformats.org/officeDocument/2006/relationships" id="267" r:id="Reacc8cc8bf8d4b7a"/>
    <p:sldId xmlns:r="http://schemas.openxmlformats.org/officeDocument/2006/relationships" id="268" r:id="R7c53b42b4c964729"/>
    <p:sldId xmlns:r="http://schemas.openxmlformats.org/officeDocument/2006/relationships" id="269" r:id="R2fd9de667dd74f6e"/>
    <p:sldId xmlns:r="http://schemas.openxmlformats.org/officeDocument/2006/relationships" id="270" r:id="Rb07e5fec20e44bb7"/>
    <p:sldId xmlns:r="http://schemas.openxmlformats.org/officeDocument/2006/relationships" id="271" r:id="Ref4a7b9f60c84a22"/>
    <p:sldId xmlns:r="http://schemas.openxmlformats.org/officeDocument/2006/relationships" id="272" r:id="Reb2eaeaa16e647d8"/>
    <p:sldId xmlns:r="http://schemas.openxmlformats.org/officeDocument/2006/relationships" id="273" r:id="R38b7097c86034d2b"/>
    <p:sldId xmlns:r="http://schemas.openxmlformats.org/officeDocument/2006/relationships" id="274" r:id="R5cb55e35854d4cb3"/>
    <p:sldId xmlns:r="http://schemas.openxmlformats.org/officeDocument/2006/relationships" id="275" r:id="Rca99ca2a9eff4789"/>
    <p:sldId xmlns:r="http://schemas.openxmlformats.org/officeDocument/2006/relationships" id="276" r:id="R0d8bf85cf2524aeb"/>
    <p:sldId xmlns:r="http://schemas.openxmlformats.org/officeDocument/2006/relationships" id="277" r:id="R3618b514de984b35"/>
    <p:sldId xmlns:r="http://schemas.openxmlformats.org/officeDocument/2006/relationships" id="278" r:id="R52adf08756c248c0"/>
    <p:sldId xmlns:r="http://schemas.openxmlformats.org/officeDocument/2006/relationships" id="279" r:id="Re8067dad6e794986"/>
    <p:sldId xmlns:r="http://schemas.openxmlformats.org/officeDocument/2006/relationships" id="280" r:id="Rac2ecd3c7b734b6e"/>
    <p:sldId xmlns:r="http://schemas.openxmlformats.org/officeDocument/2006/relationships" id="281" r:id="R4d1ebef521824c2f"/>
    <p:sldId xmlns:r="http://schemas.openxmlformats.org/officeDocument/2006/relationships" id="282" r:id="Rd9877fcd48a34e69"/>
    <p:sldId xmlns:r="http://schemas.openxmlformats.org/officeDocument/2006/relationships" id="283" r:id="R13b68e2c60954f77"/>
    <p:sldId xmlns:r="http://schemas.openxmlformats.org/officeDocument/2006/relationships" id="284" r:id="R66beb0deda9f4382"/>
    <p:sldId xmlns:r="http://schemas.openxmlformats.org/officeDocument/2006/relationships" id="285" r:id="Rf2a47378d4d04947"/>
    <p:sldId xmlns:r="http://schemas.openxmlformats.org/officeDocument/2006/relationships" id="286" r:id="Rdf4c8ae0c3eb42da"/>
    <p:sldId xmlns:r="http://schemas.openxmlformats.org/officeDocument/2006/relationships" id="287" r:id="R67059bb42f0b48cf"/>
    <p:sldId xmlns:r="http://schemas.openxmlformats.org/officeDocument/2006/relationships" id="288" r:id="R6316dd96b0314388"/>
    <p:sldId xmlns:r="http://schemas.openxmlformats.org/officeDocument/2006/relationships" id="289" r:id="R069e738f7e9741dd"/>
    <p:sldId xmlns:r="http://schemas.openxmlformats.org/officeDocument/2006/relationships" id="290" r:id="Re5768766dff24755"/>
    <p:sldId xmlns:r="http://schemas.openxmlformats.org/officeDocument/2006/relationships" id="291" r:id="Rb6ba6f35a7504dfe"/>
    <p:sldId xmlns:r="http://schemas.openxmlformats.org/officeDocument/2006/relationships" id="292" r:id="Rb4770c8534ea461b"/>
    <p:sldId xmlns:r="http://schemas.openxmlformats.org/officeDocument/2006/relationships" id="293" r:id="Re1ccd54a259c43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19870c210ac4cc6" /><Relationship Type="http://schemas.openxmlformats.org/officeDocument/2006/relationships/slideMaster" Target="/ppt/slideMasters/slideMaster1.xml" Id="R50725a7656d44bc4" /><Relationship Type="http://schemas.openxmlformats.org/officeDocument/2006/relationships/notesMaster" Target="/ppt/notesMasters/notesMaster1.xml" Id="Rdd44f5326e574e8f" /><Relationship Type="http://schemas.openxmlformats.org/officeDocument/2006/relationships/presProps" Target="/ppt/presProps.xml" Id="Re9b20fba4e7d4f2c" /><Relationship Type="http://schemas.openxmlformats.org/officeDocument/2006/relationships/tableStyles" Target="/ppt/tableStyles.xml" Id="Rb91aba6213b2429b" /><Relationship Type="http://schemas.openxmlformats.org/officeDocument/2006/relationships/slide" Target="/ppt/slides/slide1.xml" Id="R847bff7cd0184bae" /><Relationship Type="http://schemas.openxmlformats.org/officeDocument/2006/relationships/slide" Target="/ppt/slides/slide2.xml" Id="R7cd6baeda33e4848" /><Relationship Type="http://schemas.openxmlformats.org/officeDocument/2006/relationships/slide" Target="/ppt/slides/slide3.xml" Id="R10905692ea864410" /><Relationship Type="http://schemas.openxmlformats.org/officeDocument/2006/relationships/slide" Target="/ppt/slides/slide4.xml" Id="R7f4fa726b6584bac" /><Relationship Type="http://schemas.openxmlformats.org/officeDocument/2006/relationships/slide" Target="/ppt/slides/slide5.xml" Id="Rf1b6276bc2194606" /><Relationship Type="http://schemas.openxmlformats.org/officeDocument/2006/relationships/slide" Target="/ppt/slides/slide6.xml" Id="R36adf7e32db04ff3" /><Relationship Type="http://schemas.openxmlformats.org/officeDocument/2006/relationships/slide" Target="/ppt/slides/slide7.xml" Id="Ra058fd294c9349dc" /><Relationship Type="http://schemas.openxmlformats.org/officeDocument/2006/relationships/slide" Target="/ppt/slides/slide8.xml" Id="R159bf00f0bb84de9" /><Relationship Type="http://schemas.openxmlformats.org/officeDocument/2006/relationships/slide" Target="/ppt/slides/slide9.xml" Id="R7c07cfecc0a2440e" /><Relationship Type="http://schemas.openxmlformats.org/officeDocument/2006/relationships/slide" Target="/ppt/slides/slide10.xml" Id="Re15a8454d9044b6b" /><Relationship Type="http://schemas.openxmlformats.org/officeDocument/2006/relationships/slide" Target="/ppt/slides/slide11.xml" Id="R89a4607af71e41d6" /><Relationship Type="http://schemas.openxmlformats.org/officeDocument/2006/relationships/slide" Target="/ppt/slides/slide12.xml" Id="Reacc8cc8bf8d4b7a" /><Relationship Type="http://schemas.openxmlformats.org/officeDocument/2006/relationships/slide" Target="/ppt/slides/slide13.xml" Id="R7c53b42b4c964729" /><Relationship Type="http://schemas.openxmlformats.org/officeDocument/2006/relationships/slide" Target="/ppt/slides/slide14.xml" Id="R2fd9de667dd74f6e" /><Relationship Type="http://schemas.openxmlformats.org/officeDocument/2006/relationships/slide" Target="/ppt/slides/slide15.xml" Id="Rb07e5fec20e44bb7" /><Relationship Type="http://schemas.openxmlformats.org/officeDocument/2006/relationships/slide" Target="/ppt/slides/slide16.xml" Id="Ref4a7b9f60c84a22" /><Relationship Type="http://schemas.openxmlformats.org/officeDocument/2006/relationships/slide" Target="/ppt/slides/slide17.xml" Id="Reb2eaeaa16e647d8" /><Relationship Type="http://schemas.openxmlformats.org/officeDocument/2006/relationships/slide" Target="/ppt/slides/slide18.xml" Id="R38b7097c86034d2b" /><Relationship Type="http://schemas.openxmlformats.org/officeDocument/2006/relationships/slide" Target="/ppt/slides/slide19.xml" Id="R5cb55e35854d4cb3" /><Relationship Type="http://schemas.openxmlformats.org/officeDocument/2006/relationships/slide" Target="/ppt/slides/slide20.xml" Id="Rca99ca2a9eff4789" /><Relationship Type="http://schemas.openxmlformats.org/officeDocument/2006/relationships/slide" Target="/ppt/slides/slide21.xml" Id="R0d8bf85cf2524aeb" /><Relationship Type="http://schemas.openxmlformats.org/officeDocument/2006/relationships/slide" Target="/ppt/slides/slide22.xml" Id="R3618b514de984b35" /><Relationship Type="http://schemas.openxmlformats.org/officeDocument/2006/relationships/slide" Target="/ppt/slides/slide23.xml" Id="R52adf08756c248c0" /><Relationship Type="http://schemas.openxmlformats.org/officeDocument/2006/relationships/slide" Target="/ppt/slides/slide24.xml" Id="Re8067dad6e794986" /><Relationship Type="http://schemas.openxmlformats.org/officeDocument/2006/relationships/slide" Target="/ppt/slides/slide25.xml" Id="Rac2ecd3c7b734b6e" /><Relationship Type="http://schemas.openxmlformats.org/officeDocument/2006/relationships/slide" Target="/ppt/slides/slide26.xml" Id="R4d1ebef521824c2f" /><Relationship Type="http://schemas.openxmlformats.org/officeDocument/2006/relationships/slide" Target="/ppt/slides/slide27.xml" Id="Rd9877fcd48a34e69" /><Relationship Type="http://schemas.openxmlformats.org/officeDocument/2006/relationships/slide" Target="/ppt/slides/slide28.xml" Id="R13b68e2c60954f77" /><Relationship Type="http://schemas.openxmlformats.org/officeDocument/2006/relationships/slide" Target="/ppt/slides/slide29.xml" Id="R66beb0deda9f4382" /><Relationship Type="http://schemas.openxmlformats.org/officeDocument/2006/relationships/slide" Target="/ppt/slides/slide30.xml" Id="Rf2a47378d4d04947" /><Relationship Type="http://schemas.openxmlformats.org/officeDocument/2006/relationships/slide" Target="/ppt/slides/slide31.xml" Id="Rdf4c8ae0c3eb42da" /><Relationship Type="http://schemas.openxmlformats.org/officeDocument/2006/relationships/slide" Target="/ppt/slides/slide32.xml" Id="R67059bb42f0b48cf" /><Relationship Type="http://schemas.openxmlformats.org/officeDocument/2006/relationships/slide" Target="/ppt/slides/slide33.xml" Id="R6316dd96b0314388" /><Relationship Type="http://schemas.openxmlformats.org/officeDocument/2006/relationships/slide" Target="/ppt/slides/slide34.xml" Id="R069e738f7e9741dd" /><Relationship Type="http://schemas.openxmlformats.org/officeDocument/2006/relationships/slide" Target="/ppt/slides/slide35.xml" Id="Re5768766dff24755" /><Relationship Type="http://schemas.openxmlformats.org/officeDocument/2006/relationships/slide" Target="/ppt/slides/slide36.xml" Id="Rb6ba6f35a7504dfe" /><Relationship Type="http://schemas.openxmlformats.org/officeDocument/2006/relationships/slide" Target="/ppt/slides/slide37.xml" Id="Rb4770c8534ea461b" /><Relationship Type="http://schemas.openxmlformats.org/officeDocument/2006/relationships/slide" Target="/ppt/slides/slide38.xml" Id="Re1ccd54a259c43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70c24af5484a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e6d54cf05d4064" /><Relationship Type="http://schemas.openxmlformats.org/officeDocument/2006/relationships/notesMaster" Target="/ppt/notesMasters/notesMaster1.xml" Id="Raea5040b233e46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684b13ecb74a07" /><Relationship Type="http://schemas.openxmlformats.org/officeDocument/2006/relationships/notesMaster" Target="/ppt/notesMasters/notesMaster1.xml" Id="R954607ff30ca4e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90ce3116674956" /><Relationship Type="http://schemas.openxmlformats.org/officeDocument/2006/relationships/notesMaster" Target="/ppt/notesMasters/notesMaster1.xml" Id="R284c2c275c7444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8bc1e7452e4774" /><Relationship Type="http://schemas.openxmlformats.org/officeDocument/2006/relationships/notesMaster" Target="/ppt/notesMasters/notesMaster1.xml" Id="R56d9c3b2eb81459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f350fc0228477d" /><Relationship Type="http://schemas.openxmlformats.org/officeDocument/2006/relationships/notesMaster" Target="/ppt/notesMasters/notesMaster1.xml" Id="R0492bd830e4340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e0860ef32d4f58" /><Relationship Type="http://schemas.openxmlformats.org/officeDocument/2006/relationships/notesMaster" Target="/ppt/notesMasters/notesMaster1.xml" Id="R508bc7509b4342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7ed15e5942467f" /><Relationship Type="http://schemas.openxmlformats.org/officeDocument/2006/relationships/notesMaster" Target="/ppt/notesMasters/notesMaster1.xml" Id="R280d84ab8c0149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dcd72ed0e344c8" /><Relationship Type="http://schemas.openxmlformats.org/officeDocument/2006/relationships/notesMaster" Target="/ppt/notesMasters/notesMaster1.xml" Id="R60a83345662542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3dec7f16784149" /><Relationship Type="http://schemas.openxmlformats.org/officeDocument/2006/relationships/notesMaster" Target="/ppt/notesMasters/notesMaster1.xml" Id="Rb16ed80ef15545d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3d335b181c544a6" /><Relationship Type="http://schemas.openxmlformats.org/officeDocument/2006/relationships/notesMaster" Target="/ppt/notesMasters/notesMaster1.xml" Id="Re83675126e4641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4485e9f7a94966" /><Relationship Type="http://schemas.openxmlformats.org/officeDocument/2006/relationships/notesMaster" Target="/ppt/notesMasters/notesMaster1.xml" Id="Rf506e83a473541a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815de1511b4d71" /><Relationship Type="http://schemas.openxmlformats.org/officeDocument/2006/relationships/notesMaster" Target="/ppt/notesMasters/notesMaster1.xml" Id="Rd8fe8a52ca27457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1f0a136fd44d7a" /><Relationship Type="http://schemas.openxmlformats.org/officeDocument/2006/relationships/notesMaster" Target="/ppt/notesMasters/notesMaster1.xml" Id="R1efb6e6a09f74c0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7d25e5cd6b4a82" /><Relationship Type="http://schemas.openxmlformats.org/officeDocument/2006/relationships/notesMaster" Target="/ppt/notesMasters/notesMaster1.xml" Id="R27c0b272437b42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88ba764b015417a" /><Relationship Type="http://schemas.openxmlformats.org/officeDocument/2006/relationships/notesMaster" Target="/ppt/notesMasters/notesMaster1.xml" Id="R7c9499fb7b324c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53ca15f6a0740e6" /><Relationship Type="http://schemas.openxmlformats.org/officeDocument/2006/relationships/notesMaster" Target="/ppt/notesMasters/notesMaster1.xml" Id="R3045080e0b3346a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16110786ed40dd" /><Relationship Type="http://schemas.openxmlformats.org/officeDocument/2006/relationships/notesMaster" Target="/ppt/notesMasters/notesMaster1.xml" Id="Rfa43b3f457fb42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e6bc2819c414d82" /><Relationship Type="http://schemas.openxmlformats.org/officeDocument/2006/relationships/notesMaster" Target="/ppt/notesMasters/notesMaster1.xml" Id="Re2ba453520e4445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d5899f6346491f" /><Relationship Type="http://schemas.openxmlformats.org/officeDocument/2006/relationships/notesMaster" Target="/ppt/notesMasters/notesMaster1.xml" Id="R4e051dfad6434f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e84bdc5eb7d4ae1" /><Relationship Type="http://schemas.openxmlformats.org/officeDocument/2006/relationships/notesMaster" Target="/ppt/notesMasters/notesMaster1.xml" Id="Rf81365fc0c45447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567003d685b4ccd" /><Relationship Type="http://schemas.openxmlformats.org/officeDocument/2006/relationships/notesMaster" Target="/ppt/notesMasters/notesMaster1.xml" Id="Rb22d89a6c83e400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26ecfb17db343c5" /><Relationship Type="http://schemas.openxmlformats.org/officeDocument/2006/relationships/notesMaster" Target="/ppt/notesMasters/notesMaster1.xml" Id="R1665a4cd051a487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eb8b3ca37de417f" /><Relationship Type="http://schemas.openxmlformats.org/officeDocument/2006/relationships/notesMaster" Target="/ppt/notesMasters/notesMaster1.xml" Id="Rb65a4bbb41e842a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efc83ef1514dc2" /><Relationship Type="http://schemas.openxmlformats.org/officeDocument/2006/relationships/notesMaster" Target="/ppt/notesMasters/notesMaster1.xml" Id="Rc85b36bc6bbc440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74461a0c6094795" /><Relationship Type="http://schemas.openxmlformats.org/officeDocument/2006/relationships/notesMaster" Target="/ppt/notesMasters/notesMaster1.xml" Id="Raeee6269ed3646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655bea2ad224a34" /><Relationship Type="http://schemas.openxmlformats.org/officeDocument/2006/relationships/notesMaster" Target="/ppt/notesMasters/notesMaster1.xml" Id="Rf650d70fde4b4a2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56c122a1fa44d45" /><Relationship Type="http://schemas.openxmlformats.org/officeDocument/2006/relationships/notesMaster" Target="/ppt/notesMasters/notesMaster1.xml" Id="R49cedf88b7c1407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91983c16b644950" /><Relationship Type="http://schemas.openxmlformats.org/officeDocument/2006/relationships/notesMaster" Target="/ppt/notesMasters/notesMaster1.xml" Id="Rdb68c417792d437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9f8ad266f04947" /><Relationship Type="http://schemas.openxmlformats.org/officeDocument/2006/relationships/notesMaster" Target="/ppt/notesMasters/notesMaster1.xml" Id="R7edefaf49fd447c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d5b176215604404" /><Relationship Type="http://schemas.openxmlformats.org/officeDocument/2006/relationships/notesMaster" Target="/ppt/notesMasters/notesMaster1.xml" Id="R4a159958582743c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21e2305310f4d4f" /><Relationship Type="http://schemas.openxmlformats.org/officeDocument/2006/relationships/notesMaster" Target="/ppt/notesMasters/notesMaster1.xml" Id="Rf9bb8b76a43042b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793fc91b674451e" /><Relationship Type="http://schemas.openxmlformats.org/officeDocument/2006/relationships/notesMaster" Target="/ppt/notesMasters/notesMaster1.xml" Id="Rade19066d0a54de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fc5a01f0ce4438" /><Relationship Type="http://schemas.openxmlformats.org/officeDocument/2006/relationships/notesMaster" Target="/ppt/notesMasters/notesMaster1.xml" Id="Rc05eaa4e5fec480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ef3d1fd7a1e416e" /><Relationship Type="http://schemas.openxmlformats.org/officeDocument/2006/relationships/notesMaster" Target="/ppt/notesMasters/notesMaster1.xml" Id="R41e981488185465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6a8504077dc4f7e" /><Relationship Type="http://schemas.openxmlformats.org/officeDocument/2006/relationships/notesMaster" Target="/ppt/notesMasters/notesMaster1.xml" Id="R6d5597d2883c482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238275dea414ab7" /><Relationship Type="http://schemas.openxmlformats.org/officeDocument/2006/relationships/notesMaster" Target="/ppt/notesMasters/notesMaster1.xml" Id="Rd622b415bfb3449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5168c9560e54c12" /><Relationship Type="http://schemas.openxmlformats.org/officeDocument/2006/relationships/notesMaster" Target="/ppt/notesMasters/notesMaster1.xml" Id="Ra65b312d4f8e4e1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2a61667241a4d7a" /><Relationship Type="http://schemas.openxmlformats.org/officeDocument/2006/relationships/notesMaster" Target="/ppt/notesMasters/notesMaster1.xml" Id="R4a5e7ddcee724f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1.1.2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1.1.2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https://github.com/harharhari/rsn-habit-tracker-obsidian-plugin/releases/tag/1.1.2 . The link works only after the maintainer publishes the release and your account has access. A private repository requires authorized access. The six asset names are main.js, manifest.json, styles.css, hex-color-list.md, habit-calendar-001b-1.1.2.zip, SHA256SUMS.</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release checksum with release downloads. The repository root checksum describes source files instead. The checksum file cannot hash itself. Checksums detect corruption and mismatches but are not a signature proving publisher identity.</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fail-on-mismatch PowerShell script from docs/INSTALL-DOWNLOAD.md. SHA256SUMS has five entries and does not hash itself. Hashes detect mismatch and corruption, not publisher authenticity.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C:\Users\YourName\Documents\rsn-test-vault\.obsidian\plugins\habit-calendar-001b\main.js. Keep manifest.json and styles.css beside main.js. Include the supplied hex-color-list.md. A custom Obsidian configuration folder replaces .obsidian.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Habit Calendar 001b: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path must be &lt;vault&gt;/.obsidian/plugins/habit-calendar-001b/main.js. Do not create habit-calendar-001b/habit-calendar-001b/main.js. A custom configuration folder replaces .obsidian if you have explicitly configured one.</a:t>
            </a:r>
          </a:p>
          <a:p xmlns:a="http://schemas.openxmlformats.org/drawingml/2006/main">
            <a:r>
              <a:t>Official source: https://docs.obsidian.md/Plugins/Getting%20started/Build%20a%20plugin</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local folder for Obsidian Sync. If following the separate iCloud route, use the vault created by Obsidian on iPhone/iPad in iCloud Drive/Obsidian. Never enable two sync engines on the same vault.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Alternatively extract the ZIP and copy its enclosed folder into .obsidian/plugins. Do not copy a second nested folder. LICENSE and NOTICE can remain if using the ZIP. ZIP and SHA256SUMS are not runtime files.</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a Mac, use Obsidian Sync for this prerelease workflow, or install through Community plugins after acceptance. Do not claim direct hidden-folder access in iOS Files. iCloud is not the recommended Ubuntu/Android/Windows sync route.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starter table from examples/habit-tracker-list.md in the repository. Headers are Habit, Generate calendar, Header color. Edit in Source mode. The plugin inserts stable habit IDs; preserve them when renaming or moving existing rows.</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warning: “The current months entries will be overwritten and there would be loss of data”. Choose Yes for the new empty practice month. Later, never use Yes simply to troubleshoot a blank view. A color-only edit also resets all current marks when accepted. Closing the dialog behaves as No.</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Source-mode row: | My lavender | #B8A9E8 | | . The editable vault reference has 147 CSS3 named colors. Its third column renders the actual shade. Applying a header-color change through the habit list requires the same destructive confirmation.</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Practice No first, then Apply habit list and Yes in the disposable vault. Verify unchanged habits also lose current marks. The plugin saves a recovery snapshot under System/Backups but provides no one-click undo.</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simple denominator counts elapsed dates, not a custom schedule. A frozen report whose last update was before month-end retains that earlier as-of date. Do not assume historical percentages were recalculated to the last day of the month.</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data.json holds plugin preferences including remembered decisions. Habit Tracker holds your list, custom color reference, records, monthly notes, statistics and snapshots. There are two hex-color-list.md files: replace the packaged plugin copy and preserve your editable vault copy.</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FILE-LOCATIONS.md in the outer delivery for the exact local-to-GitHub mapping. The source checksum and release checksum are different files. GitHub Actions validates pushes but does not publish. Do not replace a published binary silently; use a new version for changed code.</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 JavaScript tests and 6 Python tests passed locally. Browser engine checks use mocked Obsidian APIs. Hosted CI and 1.1.2 native device tests remain pending. Test the declared minimum app version or revise it appropriately before claiming it as tested. Official source: https://docs.obsidian.md/Plugins/Getting%20started/Mobile%20development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the developer policies and maintenance commitment before submitting. The current directory-based workflow replaces old pull-request tutorials. Source: https://docs.obsidian.md/Plugins/Releasing/Submit%20your%20plugin</a:t>
            </a:r>
          </a:p>
          <a:p xmlns:a="http://schemas.openxmlformats.org/drawingml/2006/main">
            <a:r>
              <a:t>Account and form instructions: https://docs.obsidian.md/community-directory/set-up-and-claim</a:t>
            </a:r>
          </a:p>
          <a:p xmlns:a="http://schemas.openxmlformats.org/drawingml/2006/main">
            <a:r>
              <a:t>Review controls: https://docs.obsidian.md/community-directory/manage-entry</a:t>
            </a:r>
          </a:p>
          <a:p xmlns:a="http://schemas.openxmlformats.org/drawingml/2006/main">
            <a:r>
              <a:t>Official source: https://docs.obsidian.md/Plugins/Releasing/Submit%20your%20plugin</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https://docs.obsidian.md/community-directory/manage-entry . See docs/GITHUB-AND-COMMUNITY-RELEASE.md for step-by-step publication, official sources, test gates and future-release guidance.</a:t>
            </a:r>
          </a:p>
          <a:p xmlns:a="http://schemas.openxmlformats.org/drawingml/2006/main">
            <a:r>
              <a:t>Official source: https://docs.obsidian.md/community-directory/manage-entry</a:t>
            </a:r>
          </a:p>
          <a:p xmlns:a="http://schemas.openxmlformats.org/drawingml/2006/main">
            <a:r>
              <a:t>Plugin behaviour: version 1.1.2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1.1.2. Official documentation checked 22 October 2026. Confirmed user answers and additional design decisions are in docs/DESIGN-DECISIONS.md. Generic examples only. Personal habit data is excluded.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415af0f1254ca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74d8a0b100d406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4f55ea82484b2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f4ae827a99c4a4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620e8bf72984f1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b88ca100a8d408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ca1bbd3c45428d" /><Relationship Type="http://schemas.openxmlformats.org/officeDocument/2006/relationships/slideLayout" Target="/ppt/slideLayouts/slideLayout1.xml" Id="R9866071f341a43b4" /><Relationship Type="http://schemas.openxmlformats.org/officeDocument/2006/relationships/slideLayout" Target="/ppt/slideLayouts/slideLayout2.xml" Id="R0abe54ad6ecc4fdc" /><Relationship Type="http://schemas.openxmlformats.org/officeDocument/2006/relationships/slideLayout" Target="/ppt/slideLayouts/slideLayout3.xml" Id="R89fc51fbe350448e" /><Relationship Type="http://schemas.openxmlformats.org/officeDocument/2006/relationships/slideLayout" Target="/ppt/slideLayouts/slideLayout4.xml" Id="R7d664dc6caed4600" /><Relationship Type="http://schemas.openxmlformats.org/officeDocument/2006/relationships/slideLayout" Target="/ppt/slideLayouts/slideLayout5.xml" Id="Rc8c24a2c95844cfc" /><Relationship Type="http://schemas.openxmlformats.org/officeDocument/2006/relationships/slideLayout" Target="/ppt/slideLayouts/slideLayout6.xml" Id="R5c4479b0d90341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66071f341a43b4"/>
    <p:sldLayoutId xmlns:r="http://schemas.openxmlformats.org/officeDocument/2006/relationships" id="2147483650" r:id="R0abe54ad6ecc4fdc"/>
    <p:sldLayoutId xmlns:r="http://schemas.openxmlformats.org/officeDocument/2006/relationships" id="2147483651" r:id="R89fc51fbe350448e"/>
    <p:sldLayoutId xmlns:r="http://schemas.openxmlformats.org/officeDocument/2006/relationships" id="2147483652" r:id="R7d664dc6caed4600"/>
    <p:sldLayoutId xmlns:r="http://schemas.openxmlformats.org/officeDocument/2006/relationships" id="2147483653" r:id="Rc8c24a2c95844cfc"/>
    <p:sldLayoutId xmlns:r="http://schemas.openxmlformats.org/officeDocument/2006/relationships" id="2147483654" r:id="R5c4479b0d90341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3e9965ec8c046b2" /><Relationship Type="http://schemas.openxmlformats.org/officeDocument/2006/relationships/notesSlide" Target="/ppt/notesSlides/notesSlide1.xml" Id="Ra9104f1d503f49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7815484d3f0492d" /><Relationship Type="http://schemas.openxmlformats.org/officeDocument/2006/relationships/notesSlide" Target="/ppt/notesSlides/notesSlide2.xml" Id="R88a00474116b412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84e96082994750" /><Relationship Type="http://schemas.openxmlformats.org/officeDocument/2006/relationships/image" Target="/ppt/media/image.png" Id="Re0fb4c43ac334731" /><Relationship Type="http://schemas.openxmlformats.org/officeDocument/2006/relationships/notesSlide" Target="/ppt/notesSlides/notesSlide3.xml" Id="R7c0416ebe367471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98c439becaa4969" /><Relationship Type="http://schemas.openxmlformats.org/officeDocument/2006/relationships/image" Target="/ppt/media/image2.png" Id="R026b3a35630a4d46" /><Relationship Type="http://schemas.openxmlformats.org/officeDocument/2006/relationships/notesSlide" Target="/ppt/notesSlides/notesSlide4.xml" Id="R8e21093777cd4b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e8218db29094b11" /><Relationship Type="http://schemas.openxmlformats.org/officeDocument/2006/relationships/notesSlide" Target="/ppt/notesSlides/notesSlide5.xml" Id="R2fdfce5128d440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ec03bb175204575" /><Relationship Type="http://schemas.openxmlformats.org/officeDocument/2006/relationships/notesSlide" Target="/ppt/notesSlides/notesSlide6.xml" Id="Rc0a66e4e48d148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61096b5b9e845e3" /><Relationship Type="http://schemas.openxmlformats.org/officeDocument/2006/relationships/notesSlide" Target="/ppt/notesSlides/notesSlide7.xml" Id="Rcb4e858b2a5a4d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d35adce00ed43a0" /><Relationship Type="http://schemas.openxmlformats.org/officeDocument/2006/relationships/notesSlide" Target="/ppt/notesSlides/notesSlide8.xml" Id="R235c1a4e707f4e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45ab3e0e1bc49a6" /><Relationship Type="http://schemas.openxmlformats.org/officeDocument/2006/relationships/notesSlide" Target="/ppt/notesSlides/notesSlide9.xml" Id="Rd14ddfa05ca742f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58dc883a0c34ddb" /><Relationship Type="http://schemas.openxmlformats.org/officeDocument/2006/relationships/notesSlide" Target="/ppt/notesSlides/notesSlide10.xml" Id="Rd932e7fe80ae4f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b1f0caee9cd4eb9" /><Relationship Type="http://schemas.openxmlformats.org/officeDocument/2006/relationships/notesSlide" Target="/ppt/notesSlides/notesSlide11.xml" Id="R0cc59e90eadb43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e266939c4cb43d6" /><Relationship Type="http://schemas.openxmlformats.org/officeDocument/2006/relationships/notesSlide" Target="/ppt/notesSlides/notesSlide12.xml" Id="R1b79881a86434e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5b911e24d3c445d" /><Relationship Type="http://schemas.openxmlformats.org/officeDocument/2006/relationships/notesSlide" Target="/ppt/notesSlides/notesSlide13.xml" Id="R374f1f4c4f1e4ac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31601c8182f4b52" /><Relationship Type="http://schemas.openxmlformats.org/officeDocument/2006/relationships/notesSlide" Target="/ppt/notesSlides/notesSlide14.xml" Id="Radf3da443930426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419e14becb64736" /><Relationship Type="http://schemas.openxmlformats.org/officeDocument/2006/relationships/notesSlide" Target="/ppt/notesSlides/notesSlide15.xml" Id="Rab32c094602d46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6fa245d36eb4968" /><Relationship Type="http://schemas.openxmlformats.org/officeDocument/2006/relationships/notesSlide" Target="/ppt/notesSlides/notesSlide16.xml" Id="R72b7807c510c428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feff5ea721241df" /><Relationship Type="http://schemas.openxmlformats.org/officeDocument/2006/relationships/notesSlide" Target="/ppt/notesSlides/notesSlide17.xml" Id="Re72e740efa70403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af805f317f14930" /><Relationship Type="http://schemas.openxmlformats.org/officeDocument/2006/relationships/notesSlide" Target="/ppt/notesSlides/notesSlide18.xml" Id="R5b0b206c416c474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ffbaffc4d214d73" /><Relationship Type="http://schemas.openxmlformats.org/officeDocument/2006/relationships/notesSlide" Target="/ppt/notesSlides/notesSlide19.xml" Id="Ref3b2662856c425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ead438c10f4804" /><Relationship Type="http://schemas.openxmlformats.org/officeDocument/2006/relationships/notesSlide" Target="/ppt/notesSlides/notesSlide20.xml" Id="R32437063cabf497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e3e6121bd974f83" /><Relationship Type="http://schemas.openxmlformats.org/officeDocument/2006/relationships/notesSlide" Target="/ppt/notesSlides/notesSlide21.xml" Id="R7c710b751fb048d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1f7c42896594ebb" /><Relationship Type="http://schemas.openxmlformats.org/officeDocument/2006/relationships/notesSlide" Target="/ppt/notesSlides/notesSlide22.xml" Id="R030ca8fe289c457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fa7a8013d4e43a3" /><Relationship Type="http://schemas.openxmlformats.org/officeDocument/2006/relationships/notesSlide" Target="/ppt/notesSlides/notesSlide23.xml" Id="R492b1897e184457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a994af4c6b540e8" /><Relationship Type="http://schemas.openxmlformats.org/officeDocument/2006/relationships/notesSlide" Target="/ppt/notesSlides/notesSlide24.xml" Id="R84b3c117731c4e0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6c80f85c7e0470b" /><Relationship Type="http://schemas.openxmlformats.org/officeDocument/2006/relationships/notesSlide" Target="/ppt/notesSlides/notesSlide25.xml" Id="R42527216b3fe44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ab94419bbd349a4" /><Relationship Type="http://schemas.openxmlformats.org/officeDocument/2006/relationships/notesSlide" Target="/ppt/notesSlides/notesSlide26.xml" Id="R1a25e8208943474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3b0406ac7a8423b" /><Relationship Type="http://schemas.openxmlformats.org/officeDocument/2006/relationships/notesSlide" Target="/ppt/notesSlides/notesSlide27.xml" Id="R985d425656d74a8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26029f48a084f42" /><Relationship Type="http://schemas.openxmlformats.org/officeDocument/2006/relationships/notesSlide" Target="/ppt/notesSlides/notesSlide28.xml" Id="Ra50895a5055a4f4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e24b034e6944997" /><Relationship Type="http://schemas.openxmlformats.org/officeDocument/2006/relationships/notesSlide" Target="/ppt/notesSlides/notesSlide29.xml" Id="R14929cea9a2348d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c9200aae75748a7" /><Relationship Type="http://schemas.openxmlformats.org/officeDocument/2006/relationships/notesSlide" Target="/ppt/notesSlides/notesSlide30.xml" Id="Rc5f1ea861dd341c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532349db1cf45d0" /><Relationship Type="http://schemas.openxmlformats.org/officeDocument/2006/relationships/notesSlide" Target="/ppt/notesSlides/notesSlide31.xml" Id="R841e978be71a466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028a7f01b6e49fa" /><Relationship Type="http://schemas.openxmlformats.org/officeDocument/2006/relationships/notesSlide" Target="/ppt/notesSlides/notesSlide32.xml" Id="Re8f90fc201f54a3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406f91c57354aec" /><Relationship Type="http://schemas.openxmlformats.org/officeDocument/2006/relationships/notesSlide" Target="/ppt/notesSlides/notesSlide33.xml" Id="R95d1a16ddbf0414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3f52200efc34139" /><Relationship Type="http://schemas.openxmlformats.org/officeDocument/2006/relationships/notesSlide" Target="/ppt/notesSlides/notesSlide34.xml" Id="Rfa114a4abe134e7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965545549b64559" /><Relationship Type="http://schemas.openxmlformats.org/officeDocument/2006/relationships/notesSlide" Target="/ppt/notesSlides/notesSlide35.xml" Id="Rac668fbb4c174f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259deffad56462a" /><Relationship Type="http://schemas.openxmlformats.org/officeDocument/2006/relationships/notesSlide" Target="/ppt/notesSlides/notesSlide36.xml" Id="Rffc3c8d178654dc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a940b93d4df4fdc" /><Relationship Type="http://schemas.openxmlformats.org/officeDocument/2006/relationships/notesSlide" Target="/ppt/notesSlides/notesSlide37.xml" Id="R9df59dbdd66b4e8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ea4096149664c6a" /><Relationship Type="http://schemas.openxmlformats.org/officeDocument/2006/relationships/notesSlide" Target="/ppt/notesSlides/notesSlide38.xml" Id="R6957952649fe497e"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Habit Calendar 001b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1.1.2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DC9B56B3-A34E-4232-9D16-644FB1A3C672}"/>
              </a:ext>
            </a:extLst>
          </p:cNvPr>
          <p:cNvPicPr>
            <a:picLocks xmlns:a="http://schemas.openxmlformats.org/drawingml/2006/main" noChangeAspect="1"/>
          </p:cNvPicPr>
          <p:nvPr/>
        </p:nvPicPr>
        <p:blipFill>
          <a:blip xmlns:r="http://schemas.openxmlformats.org/officeDocument/2006/relationships" xmlns:a="http://schemas.openxmlformats.org/drawingml/2006/main" r:embed="Re0fb4c43ac334731"/>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03E43633-9203-40F3-A56C-56DE70B54B2B}"/>
              </a:ext>
            </a:extLst>
          </p:cNvPr>
          <p:cNvPicPr>
            <a:picLocks xmlns:a="http://schemas.openxmlformats.org/drawingml/2006/main" noChangeAspect="1"/>
          </p:cNvPicPr>
          <p:nvPr/>
        </p:nvPicPr>
        <p:blipFill>
          <a:blip xmlns:r="http://schemas.openxmlformats.org/officeDocument/2006/relationships" xmlns:a="http://schemas.openxmlformats.org/drawingml/2006/main" r:embed="R026b3a35630a4d46"/>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a:t>
            </a:r>
            <a:r>
              <a:rPr sz="2175" b="0">
                <a:solidFill>
                  <a:srgbClr val="243344"/>
                </a:solidFill>
                <a:latin typeface="DejaVu Sans"/>
                <a:ea typeface="DejaVu Sans"/>
                <a:cs typeface="DejaVu Sans"/>
              </a:rPr>
              <a:t>1.1.2</a:t>
            </a:r>
            <a:r>
              <a:rPr sz="2175" b="0">
                <a:solidFill>
                  <a:srgbClr val="243344"/>
                </a:solidFill>
                <a:latin typeface="DejaVu Sans"/>
                <a:ea typeface="DejaVu Sans"/>
                <a:cs typeface="DejaVu Sans"/>
              </a:rPr>
              <a:t>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the four loose files, installation ZIP and SHA256SUMS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the attached installation ZIP. The automatic Source code ZIP needs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verification</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Ubuntu, open a terminal inside the release download folder.</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sha256sum -c SHA256SUMS</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five OK results, covering four loose files and the ZIP.</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Stop if a file is missing or a checksum fails. Download matching assets again.</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and Mac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open Terminal in the downloads folder. Run shasum -a 256 -c SHA256SUMS.</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open PowerShell in the downloads folder. Use Get-FileHash with SHA256.</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install guide supplies a PowerShell loop that checks all five payloads.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Only continue when every hash matches the same release checksum file.</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View, Show,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installation ZIP. Copy habit-calendar-001b into the vault’s .obsidian/plugins folder.</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Confirm main.js is directly inside habit-calendar-001b, with no extra nested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Settings, Community plugins, allow and enable Habit Calendar 001b.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1.1.2.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 if needed. Extract the installation ZIP.</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its habit-calendar-001b folder into .obsidian/plugins/.</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Habit Calendar 001b and verify version </a:t>
            </a:r>
            <a:r>
              <a:rPr sz="2175" b="0">
                <a:solidFill>
                  <a:srgbClr val="243344"/>
                </a:solidFill>
                <a:latin typeface="DejaVu Sans"/>
                <a:ea typeface="DejaVu Sans"/>
                <a:cs typeface="DejaVu Sans"/>
              </a:rPr>
              <a:t>1.1.2</a:t>
            </a:r>
            <a:r>
              <a:rPr sz="2175" b="0">
                <a:solidFill>
                  <a:srgbClr val="243344"/>
                </a:solidFill>
                <a:latin typeface="DejaVu Sans"/>
                <a:ea typeface="DejaVu Sans"/>
                <a:cs typeface="DejaVu Sans"/>
              </a:rPr>
              <a:t>.</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Habit Calendar 001b: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open the vault and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ZIP. Copy habit-calendar-001b into .obsidian/plugins.</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Keep main.js, manifest.json, styles.css and hex-color-list.md directly inside the plugin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Habit Calendar 001b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1.1.2.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Habit Calendar 001b: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.obsidian/plugins/habit-calendar-001b/.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styles.css and hex-color-list.md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enable community plugins and enable Habit Calendar 001b.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Habit Calendar 001b: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1.1.2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Habit Calendar 001b.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1.1.2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verified plugin folder into the iCloud vault’s .obsidian/plugins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the plugin.</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1.1.2 and test persistence. A normal iOS Files app cannot reliably expose .obsidian.</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three-column habit list</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Habit list to open Habit Tracker/habit-tracker-list.md.</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then save.</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 includes a calendar when applied. N excludes it. Keep automatic habit-ID comments.</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67211310"/>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81006328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Colors and custom shades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Color reference and switch to Reading view for swatches.</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a six-digit code such as #ADD8E6 and copy it yourself into the habit list.</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To add a shade, append My lavender with #B8A9E8 and an empty third cell.</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Changing the color reference alone never changes an existing calendar.</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854032132"/>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Rename the visible label while retaining the hidden habit ID.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Move whole table rows to reorder calendars.</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a row, change Y to N, or delete a row to alter the next applied catalog.</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Batch changes deliberately. Every accepted catalog change resets all current marks.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1771761476"/>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Example: 6 green days after 10 days gives 60% for that habit.</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93004528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685441260"/>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1.1.2</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692503126"/>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78695638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365177639"/>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without losing history</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Back up and finish syncing, then close or force-stop Obsidian.</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styles.css and the plugin-folder hex-color-list.md.</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plugin data.json and the entire vault Habit Tracker folder.</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Restart and verify the version. Updating code alone requires no habit-list reset.</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1733090487"/>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1641408293"/>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repository and release</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to the GitHub repository root, including hidden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README.md, LICENSE and manifest.json belong at that root.</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each of the six release-assets files separately to tag </a:t>
            </a:r>
            <a:r>
              <a:rPr sz="2175" b="0">
                <a:solidFill>
                  <a:srgbClr val="243344"/>
                </a:solidFill>
                <a:latin typeface="DejaVu Sans"/>
                <a:ea typeface="DejaVu Sans"/>
                <a:cs typeface="DejaVu Sans"/>
              </a:rPr>
              <a:t>1.1.2</a:t>
            </a:r>
            <a:r>
              <a:rPr sz="2175" b="0">
                <a:solidFill>
                  <a:srgbClr val="243344"/>
                </a:solidFill>
                <a:latin typeface="DejaVu Sans"/>
                <a:ea typeface="DejaVu Sans"/>
                <a:cs typeface="DejaVu Sans"/>
              </a:rPr>
              <a:t>.</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personal habit list and test vault outside the public repository.</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109499648"/>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acceptance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the Linux helper tests.</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Ubuntu, Windows and macOS GitHub Actions jobs to pass.</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the release, then test each device using PLATFORM-TESTING.md.</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Record exact versions and outcomes in TEST-RESULTS-TEMPLATE.md.</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870038696"/>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Community submission</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Make the intended public repository and matching normal release available.</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Sign in at community.obsidian.md and connect GitHub.</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Go to Plugins, New plugin. Enter the repository URL and owner, then submit.</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Resolve review errors and publish the listing. Confirm installation from the app’s Community browser.</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623824042"/>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review and updates</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directory checks manifest, release assets, source and build verification.</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Review branch for a preview scan when the entry management page offers it.</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Fix issues in a new version and release. Local lint does not grant acceptance.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future versions, publish matching release assets and monitor new review results.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1387818242"/>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detailed installation and upgrades.</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docs/TUTORIAL.md: practice exercises and history behaviour.</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release and submission steps.</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docs/PLATFORM-TESTING.md: device tests and debugging.</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Habit Calendar 001b </a:t>
            </a:r>
            <a:r>
              <a:rPr sz="1200" b="0">
                <a:solidFill>
                  <a:srgbClr val="577068"/>
                </a:solidFill>
                <a:latin typeface="DejaVu Sans"/>
                <a:ea typeface="DejaVu Sans"/>
                <a:cs typeface="DejaVu Sans"/>
              </a:rPr>
              <a:t>1.1.2</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2026-10-22T18:36:17.9410000Z</dcterms:created>
  <dcterms:modified xsi:type="dcterms:W3CDTF">2026-10-22T18:36:17.9410000Z</dcterms:modified>
</coreProperties>
</file>