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ce78457c651414a" /><Relationship Type="http://schemas.openxmlformats.org/officeDocument/2006/relationships/extended-properties" Target="/docProps/app.xml" Id="Rc0cc06a2a5464ab4" /><Relationship Type="http://schemas.openxmlformats.org/officeDocument/2006/relationships/officeDocument" Target="/ppt/presentation.xml" Id="R8396147fb2934384" /></Relationships>
</file>

<file path=ppt/presentation.xml><?xml version="1.0" encoding="utf-8"?>
<p:presentation xmlns:p="http://schemas.openxmlformats.org/presentationml/2006/main">
  <p:sldMasterIdLst>
    <p:sldMasterId xmlns:r="http://schemas.openxmlformats.org/officeDocument/2006/relationships" id="2147483648" r:id="Reebf96b234884bd1"/>
  </p:sldMasterIdLst>
  <p:notesMasterIdLst>
    <p:notesMasterId xmlns:r="http://schemas.openxmlformats.org/officeDocument/2006/relationships" r:id="R780b7782ea9c47e0"/>
  </p:notesMasterIdLst>
  <p:sldIdLst>
    <p:sldId xmlns:r="http://schemas.openxmlformats.org/officeDocument/2006/relationships" id="256" r:id="R19891799a2f24cac"/>
    <p:sldId xmlns:r="http://schemas.openxmlformats.org/officeDocument/2006/relationships" id="257" r:id="R14484a79df584d58"/>
    <p:sldId xmlns:r="http://schemas.openxmlformats.org/officeDocument/2006/relationships" id="258" r:id="R2834033bbd8a41d9"/>
    <p:sldId xmlns:r="http://schemas.openxmlformats.org/officeDocument/2006/relationships" id="259" r:id="R6ca013ead45f4e3c"/>
    <p:sldId xmlns:r="http://schemas.openxmlformats.org/officeDocument/2006/relationships" id="260" r:id="R2c30793c601441e2"/>
    <p:sldId xmlns:r="http://schemas.openxmlformats.org/officeDocument/2006/relationships" id="261" r:id="R3b4aea5f43fa4fcc"/>
    <p:sldId xmlns:r="http://schemas.openxmlformats.org/officeDocument/2006/relationships" id="262" r:id="R341975470ab445a0"/>
    <p:sldId xmlns:r="http://schemas.openxmlformats.org/officeDocument/2006/relationships" id="263" r:id="R3c51462e9c954a46"/>
    <p:sldId xmlns:r="http://schemas.openxmlformats.org/officeDocument/2006/relationships" id="264" r:id="R52a6d4adc3b4432b"/>
    <p:sldId xmlns:r="http://schemas.openxmlformats.org/officeDocument/2006/relationships" id="265" r:id="R3e951a95c99b417e"/>
    <p:sldId xmlns:r="http://schemas.openxmlformats.org/officeDocument/2006/relationships" id="266" r:id="R27fdfbcc4a2e4453"/>
    <p:sldId xmlns:r="http://schemas.openxmlformats.org/officeDocument/2006/relationships" id="267" r:id="R75a6eb4da62f4bfe"/>
    <p:sldId xmlns:r="http://schemas.openxmlformats.org/officeDocument/2006/relationships" id="268" r:id="R30b24e0b2ec849b5"/>
    <p:sldId xmlns:r="http://schemas.openxmlformats.org/officeDocument/2006/relationships" id="269" r:id="R6bb3828c12d448c9"/>
    <p:sldId xmlns:r="http://schemas.openxmlformats.org/officeDocument/2006/relationships" id="270" r:id="R701207afe603482b"/>
    <p:sldId xmlns:r="http://schemas.openxmlformats.org/officeDocument/2006/relationships" id="271" r:id="R1ac1105adb4e42d9"/>
    <p:sldId xmlns:r="http://schemas.openxmlformats.org/officeDocument/2006/relationships" id="272" r:id="R20c885731ba24fc5"/>
    <p:sldId xmlns:r="http://schemas.openxmlformats.org/officeDocument/2006/relationships" id="273" r:id="R85face27aad94406"/>
    <p:sldId xmlns:r="http://schemas.openxmlformats.org/officeDocument/2006/relationships" id="274" r:id="R1b1d6c2effcc4315"/>
    <p:sldId xmlns:r="http://schemas.openxmlformats.org/officeDocument/2006/relationships" id="275" r:id="R570257ba2db349f3"/>
    <p:sldId xmlns:r="http://schemas.openxmlformats.org/officeDocument/2006/relationships" id="276" r:id="R5450087d3f9d47ba"/>
    <p:sldId xmlns:r="http://schemas.openxmlformats.org/officeDocument/2006/relationships" id="277" r:id="R7f95f87dd75d4598"/>
    <p:sldId xmlns:r="http://schemas.openxmlformats.org/officeDocument/2006/relationships" id="278" r:id="R95122aa8e97240cf"/>
    <p:sldId xmlns:r="http://schemas.openxmlformats.org/officeDocument/2006/relationships" id="279" r:id="R1bb0544f251b4ce5"/>
    <p:sldId xmlns:r="http://schemas.openxmlformats.org/officeDocument/2006/relationships" id="280" r:id="R0dae29155f5146da"/>
    <p:sldId xmlns:r="http://schemas.openxmlformats.org/officeDocument/2006/relationships" id="281" r:id="Rb9f0c45b8d8447c7"/>
    <p:sldId xmlns:r="http://schemas.openxmlformats.org/officeDocument/2006/relationships" id="282" r:id="R2626c54d16564f90"/>
    <p:sldId xmlns:r="http://schemas.openxmlformats.org/officeDocument/2006/relationships" id="283" r:id="Ra7536148acc94f64"/>
    <p:sldId xmlns:r="http://schemas.openxmlformats.org/officeDocument/2006/relationships" id="284" r:id="R33883cb8649f4460"/>
    <p:sldId xmlns:r="http://schemas.openxmlformats.org/officeDocument/2006/relationships" id="285" r:id="R8e42fe3e8a2a40e1"/>
    <p:sldId xmlns:r="http://schemas.openxmlformats.org/officeDocument/2006/relationships" id="286" r:id="R0d809db5a5b6424e"/>
    <p:sldId xmlns:r="http://schemas.openxmlformats.org/officeDocument/2006/relationships" id="287" r:id="Rdc943f38d9864d2d"/>
    <p:sldId xmlns:r="http://schemas.openxmlformats.org/officeDocument/2006/relationships" id="288" r:id="Rfb53d103821f4f76"/>
    <p:sldId xmlns:r="http://schemas.openxmlformats.org/officeDocument/2006/relationships" id="289" r:id="Rab83a4c56f594df1"/>
    <p:sldId xmlns:r="http://schemas.openxmlformats.org/officeDocument/2006/relationships" id="290" r:id="R7be127308f7948c4"/>
    <p:sldId xmlns:r="http://schemas.openxmlformats.org/officeDocument/2006/relationships" id="291" r:id="R3b0e83a4f0164aa7"/>
    <p:sldId xmlns:r="http://schemas.openxmlformats.org/officeDocument/2006/relationships" id="292" r:id="R1c7de0e9e64c4861"/>
    <p:sldId xmlns:r="http://schemas.openxmlformats.org/officeDocument/2006/relationships" id="293" r:id="R00118fdd65e74bc0"/>
    <p:sldId xmlns:r="http://schemas.openxmlformats.org/officeDocument/2006/relationships" id="294" r:id="R2a57927949d64e4f"/>
    <p:sldId xmlns:r="http://schemas.openxmlformats.org/officeDocument/2006/relationships" id="295" r:id="Rc344ff978d594b31"/>
    <p:sldId xmlns:r="http://schemas.openxmlformats.org/officeDocument/2006/relationships" id="296" r:id="R1914b55287ec4a43"/>
    <p:sldId xmlns:r="http://schemas.openxmlformats.org/officeDocument/2006/relationships" id="297" r:id="R3abf6c14af1c43e2"/>
    <p:sldId xmlns:r="http://schemas.openxmlformats.org/officeDocument/2006/relationships" id="298" r:id="R471f1ce548db4dee"/>
    <p:sldId xmlns:r="http://schemas.openxmlformats.org/officeDocument/2006/relationships" id="299" r:id="R6e543ec5f4ff4993"/>
    <p:sldId xmlns:r="http://schemas.openxmlformats.org/officeDocument/2006/relationships" id="300" r:id="R119888b558854ec3"/>
    <p:sldId xmlns:r="http://schemas.openxmlformats.org/officeDocument/2006/relationships" id="301" r:id="Rf260b38d99024ed4"/>
    <p:sldId xmlns:r="http://schemas.openxmlformats.org/officeDocument/2006/relationships" id="302" r:id="Rd73cccb2d0c4479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345eb894e434277" /><Relationship Type="http://schemas.openxmlformats.org/officeDocument/2006/relationships/slideMaster" Target="/ppt/slideMasters/slideMaster1.xml" Id="Reebf96b234884bd1" /><Relationship Type="http://schemas.openxmlformats.org/officeDocument/2006/relationships/notesMaster" Target="/ppt/notesMasters/notesMaster1.xml" Id="R780b7782ea9c47e0" /><Relationship Type="http://schemas.openxmlformats.org/officeDocument/2006/relationships/presProps" Target="/ppt/presProps.xml" Id="R3b8cb435beb845ab" /><Relationship Type="http://schemas.openxmlformats.org/officeDocument/2006/relationships/tableStyles" Target="/ppt/tableStyles.xml" Id="Rd0f9ab83600d44bb" /><Relationship Type="http://schemas.openxmlformats.org/officeDocument/2006/relationships/slide" Target="/ppt/slides/slide1.xml" Id="R19891799a2f24cac" /><Relationship Type="http://schemas.openxmlformats.org/officeDocument/2006/relationships/slide" Target="/ppt/slides/slide2.xml" Id="R14484a79df584d58" /><Relationship Type="http://schemas.openxmlformats.org/officeDocument/2006/relationships/slide" Target="/ppt/slides/slide3.xml" Id="R2834033bbd8a41d9" /><Relationship Type="http://schemas.openxmlformats.org/officeDocument/2006/relationships/slide" Target="/ppt/slides/slide4.xml" Id="R6ca013ead45f4e3c" /><Relationship Type="http://schemas.openxmlformats.org/officeDocument/2006/relationships/slide" Target="/ppt/slides/slide5.xml" Id="R2c30793c601441e2" /><Relationship Type="http://schemas.openxmlformats.org/officeDocument/2006/relationships/slide" Target="/ppt/slides/slide6.xml" Id="R3b4aea5f43fa4fcc" /><Relationship Type="http://schemas.openxmlformats.org/officeDocument/2006/relationships/slide" Target="/ppt/slides/slide7.xml" Id="R341975470ab445a0" /><Relationship Type="http://schemas.openxmlformats.org/officeDocument/2006/relationships/slide" Target="/ppt/slides/slide8.xml" Id="R3c51462e9c954a46" /><Relationship Type="http://schemas.openxmlformats.org/officeDocument/2006/relationships/slide" Target="/ppt/slides/slide9.xml" Id="R52a6d4adc3b4432b" /><Relationship Type="http://schemas.openxmlformats.org/officeDocument/2006/relationships/slide" Target="/ppt/slides/slide10.xml" Id="R3e951a95c99b417e" /><Relationship Type="http://schemas.openxmlformats.org/officeDocument/2006/relationships/slide" Target="/ppt/slides/slide11.xml" Id="R27fdfbcc4a2e4453" /><Relationship Type="http://schemas.openxmlformats.org/officeDocument/2006/relationships/slide" Target="/ppt/slides/slide12.xml" Id="R75a6eb4da62f4bfe" /><Relationship Type="http://schemas.openxmlformats.org/officeDocument/2006/relationships/slide" Target="/ppt/slides/slide13.xml" Id="R30b24e0b2ec849b5" /><Relationship Type="http://schemas.openxmlformats.org/officeDocument/2006/relationships/slide" Target="/ppt/slides/slide14.xml" Id="R6bb3828c12d448c9" /><Relationship Type="http://schemas.openxmlformats.org/officeDocument/2006/relationships/slide" Target="/ppt/slides/slide15.xml" Id="R701207afe603482b" /><Relationship Type="http://schemas.openxmlformats.org/officeDocument/2006/relationships/slide" Target="/ppt/slides/slide16.xml" Id="R1ac1105adb4e42d9" /><Relationship Type="http://schemas.openxmlformats.org/officeDocument/2006/relationships/slide" Target="/ppt/slides/slide17.xml" Id="R20c885731ba24fc5" /><Relationship Type="http://schemas.openxmlformats.org/officeDocument/2006/relationships/slide" Target="/ppt/slides/slide18.xml" Id="R85face27aad94406" /><Relationship Type="http://schemas.openxmlformats.org/officeDocument/2006/relationships/slide" Target="/ppt/slides/slide19.xml" Id="R1b1d6c2effcc4315" /><Relationship Type="http://schemas.openxmlformats.org/officeDocument/2006/relationships/slide" Target="/ppt/slides/slide20.xml" Id="R570257ba2db349f3" /><Relationship Type="http://schemas.openxmlformats.org/officeDocument/2006/relationships/slide" Target="/ppt/slides/slide21.xml" Id="R5450087d3f9d47ba" /><Relationship Type="http://schemas.openxmlformats.org/officeDocument/2006/relationships/slide" Target="/ppt/slides/slide22.xml" Id="R7f95f87dd75d4598" /><Relationship Type="http://schemas.openxmlformats.org/officeDocument/2006/relationships/slide" Target="/ppt/slides/slide23.xml" Id="R95122aa8e97240cf" /><Relationship Type="http://schemas.openxmlformats.org/officeDocument/2006/relationships/slide" Target="/ppt/slides/slide24.xml" Id="R1bb0544f251b4ce5" /><Relationship Type="http://schemas.openxmlformats.org/officeDocument/2006/relationships/slide" Target="/ppt/slides/slide25.xml" Id="R0dae29155f5146da" /><Relationship Type="http://schemas.openxmlformats.org/officeDocument/2006/relationships/slide" Target="/ppt/slides/slide26.xml" Id="Rb9f0c45b8d8447c7" /><Relationship Type="http://schemas.openxmlformats.org/officeDocument/2006/relationships/slide" Target="/ppt/slides/slide27.xml" Id="R2626c54d16564f90" /><Relationship Type="http://schemas.openxmlformats.org/officeDocument/2006/relationships/slide" Target="/ppt/slides/slide28.xml" Id="Ra7536148acc94f64" /><Relationship Type="http://schemas.openxmlformats.org/officeDocument/2006/relationships/slide" Target="/ppt/slides/slide29.xml" Id="R33883cb8649f4460" /><Relationship Type="http://schemas.openxmlformats.org/officeDocument/2006/relationships/slide" Target="/ppt/slides/slide30.xml" Id="R8e42fe3e8a2a40e1" /><Relationship Type="http://schemas.openxmlformats.org/officeDocument/2006/relationships/slide" Target="/ppt/slides/slide31.xml" Id="R0d809db5a5b6424e" /><Relationship Type="http://schemas.openxmlformats.org/officeDocument/2006/relationships/slide" Target="/ppt/slides/slide32.xml" Id="Rdc943f38d9864d2d" /><Relationship Type="http://schemas.openxmlformats.org/officeDocument/2006/relationships/slide" Target="/ppt/slides/slide33.xml" Id="Rfb53d103821f4f76" /><Relationship Type="http://schemas.openxmlformats.org/officeDocument/2006/relationships/slide" Target="/ppt/slides/slide34.xml" Id="Rab83a4c56f594df1" /><Relationship Type="http://schemas.openxmlformats.org/officeDocument/2006/relationships/slide" Target="/ppt/slides/slide35.xml" Id="R7be127308f7948c4" /><Relationship Type="http://schemas.openxmlformats.org/officeDocument/2006/relationships/slide" Target="/ppt/slides/slide36.xml" Id="R3b0e83a4f0164aa7" /><Relationship Type="http://schemas.openxmlformats.org/officeDocument/2006/relationships/slide" Target="/ppt/slides/slide37.xml" Id="R1c7de0e9e64c4861" /><Relationship Type="http://schemas.openxmlformats.org/officeDocument/2006/relationships/slide" Target="/ppt/slides/slide38.xml" Id="R00118fdd65e74bc0" /><Relationship Type="http://schemas.openxmlformats.org/officeDocument/2006/relationships/slide" Target="/ppt/slides/slide39.xml" Id="R2a57927949d64e4f" /><Relationship Type="http://schemas.openxmlformats.org/officeDocument/2006/relationships/slide" Target="/ppt/slides/slide40.xml" Id="Rc344ff978d594b31" /><Relationship Type="http://schemas.openxmlformats.org/officeDocument/2006/relationships/slide" Target="/ppt/slides/slide41.xml" Id="R1914b55287ec4a43" /><Relationship Type="http://schemas.openxmlformats.org/officeDocument/2006/relationships/slide" Target="/ppt/slides/slide42.xml" Id="R3abf6c14af1c43e2" /><Relationship Type="http://schemas.openxmlformats.org/officeDocument/2006/relationships/slide" Target="/ppt/slides/slide43.xml" Id="R471f1ce548db4dee" /><Relationship Type="http://schemas.openxmlformats.org/officeDocument/2006/relationships/slide" Target="/ppt/slides/slide44.xml" Id="R6e543ec5f4ff4993" /><Relationship Type="http://schemas.openxmlformats.org/officeDocument/2006/relationships/slide" Target="/ppt/slides/slide45.xml" Id="R119888b558854ec3" /><Relationship Type="http://schemas.openxmlformats.org/officeDocument/2006/relationships/slide" Target="/ppt/slides/slide46.xml" Id="Rf260b38d99024ed4" /><Relationship Type="http://schemas.openxmlformats.org/officeDocument/2006/relationships/slide" Target="/ppt/slides/slide47.xml" Id="Rd73cccb2d0c4479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7d249138a84fd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ec351ebaf44906" /><Relationship Type="http://schemas.openxmlformats.org/officeDocument/2006/relationships/notesMaster" Target="/ppt/notesMasters/notesMaster1.xml" Id="Rce01c632f0a244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ac1eb971a54783" /><Relationship Type="http://schemas.openxmlformats.org/officeDocument/2006/relationships/notesMaster" Target="/ppt/notesMasters/notesMaster1.xml" Id="R9b5705efaf7448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3db7d125ea42e4" /><Relationship Type="http://schemas.openxmlformats.org/officeDocument/2006/relationships/notesMaster" Target="/ppt/notesMasters/notesMaster1.xml" Id="R6708151efced43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74ef227c714ef7" /><Relationship Type="http://schemas.openxmlformats.org/officeDocument/2006/relationships/notesMaster" Target="/ppt/notesMasters/notesMaster1.xml" Id="R1ad965d91b684c4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ca7e7b04f51442e" /><Relationship Type="http://schemas.openxmlformats.org/officeDocument/2006/relationships/notesMaster" Target="/ppt/notesMasters/notesMaster1.xml" Id="R9fb9852003f845c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86055d756254822" /><Relationship Type="http://schemas.openxmlformats.org/officeDocument/2006/relationships/notesMaster" Target="/ppt/notesMasters/notesMaster1.xml" Id="Rcd92c3181d394b7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7cc6e1508b46a7" /><Relationship Type="http://schemas.openxmlformats.org/officeDocument/2006/relationships/notesMaster" Target="/ppt/notesMasters/notesMaster1.xml" Id="R3b604227f94b4b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4b54476e444a61" /><Relationship Type="http://schemas.openxmlformats.org/officeDocument/2006/relationships/notesMaster" Target="/ppt/notesMasters/notesMaster1.xml" Id="Rbaadfe8836484887"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d73cd0a9be4b44" /><Relationship Type="http://schemas.openxmlformats.org/officeDocument/2006/relationships/notesMaster" Target="/ppt/notesMasters/notesMaster1.xml" Id="R4084851431b245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6b776f0ec949df" /><Relationship Type="http://schemas.openxmlformats.org/officeDocument/2006/relationships/notesMaster" Target="/ppt/notesMasters/notesMaster1.xml" Id="Ref86c929b21240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8c555d2a30f4f8b" /><Relationship Type="http://schemas.openxmlformats.org/officeDocument/2006/relationships/notesMaster" Target="/ppt/notesMasters/notesMaster1.xml" Id="R465d4814f7154a8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44b995c4b7e4acc" /><Relationship Type="http://schemas.openxmlformats.org/officeDocument/2006/relationships/notesMaster" Target="/ppt/notesMasters/notesMaster1.xml" Id="R6fe056f0422342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3e0c6ad0bc4cd4" /><Relationship Type="http://schemas.openxmlformats.org/officeDocument/2006/relationships/notesMaster" Target="/ppt/notesMasters/notesMaster1.xml" Id="Rec474539f6334e6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8caec5320a421a" /><Relationship Type="http://schemas.openxmlformats.org/officeDocument/2006/relationships/notesMaster" Target="/ppt/notesMasters/notesMaster1.xml" Id="R294e76e1fefb41f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9476fe2e9194fab" /><Relationship Type="http://schemas.openxmlformats.org/officeDocument/2006/relationships/notesMaster" Target="/ppt/notesMasters/notesMaster1.xml" Id="R0c0f6e136c5e48a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fe83c65120a4fe0" /><Relationship Type="http://schemas.openxmlformats.org/officeDocument/2006/relationships/notesMaster" Target="/ppt/notesMasters/notesMaster1.xml" Id="Re65def24abe8448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624bf45c9d3498e" /><Relationship Type="http://schemas.openxmlformats.org/officeDocument/2006/relationships/notesMaster" Target="/ppt/notesMasters/notesMaster1.xml" Id="R1d54b5cd11e74fd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4feebe95fdc45af" /><Relationship Type="http://schemas.openxmlformats.org/officeDocument/2006/relationships/notesMaster" Target="/ppt/notesMasters/notesMaster1.xml" Id="Rf7eafbb02fcb4f2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f76fc12fbd34e79" /><Relationship Type="http://schemas.openxmlformats.org/officeDocument/2006/relationships/notesMaster" Target="/ppt/notesMasters/notesMaster1.xml" Id="Rd75c2f77f2ae48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bff4e880fe14113" /><Relationship Type="http://schemas.openxmlformats.org/officeDocument/2006/relationships/notesMaster" Target="/ppt/notesMasters/notesMaster1.xml" Id="R74b90ae13d084d9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074dd99169e4797" /><Relationship Type="http://schemas.openxmlformats.org/officeDocument/2006/relationships/notesMaster" Target="/ppt/notesMasters/notesMaster1.xml" Id="R3eca908f8934476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e96e4e5ab024341" /><Relationship Type="http://schemas.openxmlformats.org/officeDocument/2006/relationships/notesMaster" Target="/ppt/notesMasters/notesMaster1.xml" Id="R3e8f7e455478495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e991bd478ff443c" /><Relationship Type="http://schemas.openxmlformats.org/officeDocument/2006/relationships/notesMaster" Target="/ppt/notesMasters/notesMaster1.xml" Id="R8cdcf10456024bd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fab3692caca4517" /><Relationship Type="http://schemas.openxmlformats.org/officeDocument/2006/relationships/notesMaster" Target="/ppt/notesMasters/notesMaster1.xml" Id="Rafb78fa970c2475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6ea9b2409be4530" /><Relationship Type="http://schemas.openxmlformats.org/officeDocument/2006/relationships/notesMaster" Target="/ppt/notesMasters/notesMaster1.xml" Id="R9b5bacbd188143a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d3e06fc5e514b17" /><Relationship Type="http://schemas.openxmlformats.org/officeDocument/2006/relationships/notesMaster" Target="/ppt/notesMasters/notesMaster1.xml" Id="Rac1589750f60418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b020856df674c78" /><Relationship Type="http://schemas.openxmlformats.org/officeDocument/2006/relationships/notesMaster" Target="/ppt/notesMasters/notesMaster1.xml" Id="R180e5eb48f0840d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73ac13d08d34303" /><Relationship Type="http://schemas.openxmlformats.org/officeDocument/2006/relationships/notesMaster" Target="/ppt/notesMasters/notesMaster1.xml" Id="R3bd3314bad1d434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1c49db89a254069" /><Relationship Type="http://schemas.openxmlformats.org/officeDocument/2006/relationships/notesMaster" Target="/ppt/notesMasters/notesMaster1.xml" Id="R54068bf1ae264fa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00fa854047c46a8" /><Relationship Type="http://schemas.openxmlformats.org/officeDocument/2006/relationships/notesMaster" Target="/ppt/notesMasters/notesMaster1.xml" Id="Rde1a54f30402453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596a9a923b54778" /><Relationship Type="http://schemas.openxmlformats.org/officeDocument/2006/relationships/notesMaster" Target="/ppt/notesMasters/notesMaster1.xml" Id="R495ba103960240f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fc1fb3788434af4" /><Relationship Type="http://schemas.openxmlformats.org/officeDocument/2006/relationships/notesMaster" Target="/ppt/notesMasters/notesMaster1.xml" Id="Rf49e98251885457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3e61d54055345a6" /><Relationship Type="http://schemas.openxmlformats.org/officeDocument/2006/relationships/notesMaster" Target="/ppt/notesMasters/notesMaster1.xml" Id="R1b8d3957db6c4f9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36275eee05d4a8c" /><Relationship Type="http://schemas.openxmlformats.org/officeDocument/2006/relationships/notesMaster" Target="/ppt/notesMasters/notesMaster1.xml" Id="R9d3b851096f249d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2e0b456e66e4222" /><Relationship Type="http://schemas.openxmlformats.org/officeDocument/2006/relationships/notesMaster" Target="/ppt/notesMasters/notesMaster1.xml" Id="R640e2182dfcc491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848b1b9ed544813" /><Relationship Type="http://schemas.openxmlformats.org/officeDocument/2006/relationships/notesMaster" Target="/ppt/notesMasters/notesMaster1.xml" Id="R186bd4ac63b94df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c7c78d1ad6c45d5" /><Relationship Type="http://schemas.openxmlformats.org/officeDocument/2006/relationships/notesMaster" Target="/ppt/notesMasters/notesMaster1.xml" Id="Rfc782e6f7406420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ec8fe82d3ca4d74" /><Relationship Type="http://schemas.openxmlformats.org/officeDocument/2006/relationships/notesMaster" Target="/ppt/notesMasters/notesMaster1.xml" Id="R2bcd584ce5974e9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6faaf3ef459418b" /><Relationship Type="http://schemas.openxmlformats.org/officeDocument/2006/relationships/notesMaster" Target="/ppt/notesMasters/notesMaster1.xml" Id="R99cbd6e3528b4fb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4c704ec54c84f1b" /><Relationship Type="http://schemas.openxmlformats.org/officeDocument/2006/relationships/notesMaster" Target="/ppt/notesMasters/notesMaster1.xml" Id="R8f9fd6068764410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249aa1aee8d4624" /><Relationship Type="http://schemas.openxmlformats.org/officeDocument/2006/relationships/notesMaster" Target="/ppt/notesMasters/notesMaster1.xml" Id="R1e2cc944be494d3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122ed78944349df" /><Relationship Type="http://schemas.openxmlformats.org/officeDocument/2006/relationships/notesMaster" Target="/ppt/notesMasters/notesMaster1.xml" Id="Rc36a7669a6e04e8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f30e61419444e52" /><Relationship Type="http://schemas.openxmlformats.org/officeDocument/2006/relationships/notesMaster" Target="/ppt/notesMasters/notesMaster1.xml" Id="R92feeaab589c4c0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c30a4a5a03b4f01" /><Relationship Type="http://schemas.openxmlformats.org/officeDocument/2006/relationships/notesMaster" Target="/ppt/notesMasters/notesMaster1.xml" Id="R1fb90cc0c8d6464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e3899dd8cad42d4" /><Relationship Type="http://schemas.openxmlformats.org/officeDocument/2006/relationships/notesMaster" Target="/ppt/notesMasters/notesMaster1.xml" Id="Rbc8a3d6039364f8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69148c7023f4bb6" /><Relationship Type="http://schemas.openxmlformats.org/officeDocument/2006/relationships/notesMaster" Target="/ppt/notesMasters/notesMaster1.xml" Id="R9e40689655d1484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52e367e652f4b55" /><Relationship Type="http://schemas.openxmlformats.org/officeDocument/2006/relationships/notesMaster" Target="/ppt/notesMasters/notesMaster1.xml" Id="Raf804773a40143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1.1.9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1.1.9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The optional six-file manual kit is separate from Community release attachments.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Commands: gh attestation verify main.js --repo harharhari/rsn-habit-tracker-obsidian-plugin; repeat for manifest.json and styles.css.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Place the three downloaded assets and the checksum file together. Expect three OK results. The optional manual kit has its own SHA256SUMS and five payloads. Stop on any mismatch.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rsn habit calendar one 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Manual Android copying needs an accessible device-storage vault.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Full path: .obsidian/plugins/rsn-habit-calendar-one-b/. The normal iOS Files app cannot reliably expose .obsidian; use Mac-assisted copying or Obsidian Sync.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before closing the editor. Yes clears all current-month marks. No preserves the displayed month while retaining the saved list for future months. See docs/TUTORIAL.md.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Details persists its month in the workspace. The main page has no other management buttons. Previous-month snapshot verification is available on Details. The plugin does not generate a Welcome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1.1.9 uses display:none with visibility:hidden, max-height:0, overflow:hidden and zero spacing. This collapses expanded child containers even with inline display:block and a fixed height. Native Obsidian/theme acceptance remains required. Disabling the plugin unloads CSS and restores 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docs/TUTORIAL.md. Native device tests are pending. The browser screenshot in the documentation uses mocked Obsidian APIs.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 clears all current-month marks and rebuilds enabled calendars. No leaves the new list saved and preserves current calendars. Previous months stay frozen. Save before closing the 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 always targets the actual current month, even when Details shows a historical month.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Colors must be #RRGGBB; blank, named, alpha and shorthand values are rejected. The chooser uses the vault reference, including custom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is explicit. Unsaved edits do not modify the file. A meaningful saved edit prompts immediately. A stale editor cannot overwrite a newer synced list.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6 green days after 10 days gives 60% for that habit. Opening Details from a historical month preserves that context for Statistics and Back to calendars.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folder .obsidian/plugins/rsn-habit-calendar-one-b. No identity or data schema change. Copy the three files from one release together. Native platform instructions earlier in this tutorial still apply.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IDs now use rsn-habit-calendar-one-b as prefix. Existing habit-calendar code blocks and the internal view type remain compatible. Do not activate both plugins because they share data and registrations. No record migration/reset is required. See docs/MIGRATION-1.1.3.md.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Sync preferences separately on each device. Do not combine Sync and iCloud on one vault. Preserve Habit Tracker, and never accept a reset merely to resolve a sync problem. Optional Linux users must disable the old habit-calendar-001b.timer before enabling the renamed timer. Sources: docs/MIGRATION-1.1.3.md;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1.1.9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docs/FILES-TO-PUSH.md, REVIEW-RESPONSE-1.1.9.md and GITHUB-AND-COMMUNITY-RELEASE.md. Main embeds the color reference. Do not upload private lists, vaults, node_modules or generated build folders.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sections B–D. Review accidentally uploaded generated/wrapper folders before removing duplicates. Preserve unique material and unrelated work. Do not commit the outer handoff folders. If 1.1.9 is already published, commit documentation updates without moving its tag or replacing binaries.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E. Windows and macOS kits are also available. Do not mix files from different runs. Signed-in repository read access is needed. Artifacts expire (90 days by default); this is a testing route, not the primary permanent public download. The kit ZIP is not automatically attested. https://docs.github.com/en/actions/how-tos/manage-workflow-runs/download-workflow-artifacts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F. Suggested separate repository name: harharhari/rsn-habit-tracker-downloads; it has not been created. Public visibility is needed for anonymous downloads. Keep corresponding GPL source available at an immutable tag/commit, identify author/license and test downloaded bytes. Do not register the downloads repository with Obsidian. https://docs.obsidian.md/plugins/releasing/submit-plugin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fixtures test expanded child lists with inline display:block and height:200px, inserted matching entries, renamed paths, unrelated folders, zero-height hiding and stylesheet removal. They use mocked APIs and do not certify native devices. See 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directory reads HEAD of the default branch. The tag checkout, default branch and actual release attachment must agree in all manifest fields. The audit downloads the real release manifest. A green build alone cannot prove this. Keep old published tags immutable. Follow docs/MANIFEST-ALIGNMENT.md. Official sources: https://docs.obsidian.md/plugins/releasing/submit-plugin and https://docs.obsidian.md/Reference/Manifest.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release has main.js, manifest.json and styles.css as separate attachments. Never replace attested files with local previews. If the final check fails the draft may remain; diagnose it before publication and do not blindly rerun creation. Manually dispatch Audit published manifest if the automatic publication run is absent. Later default-branch changes can cause a new mismatch. See MANIFEST-ALIGNMENT.md and REVIEW-RESPONSE-1.1.9.md.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1.1.9. Official manifest/submission documentation checked 23 October 2026. Personal habit data is excluded. Generic examples only. Exact device versions and native acceptance remain to be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4808002ca14f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71275c76bf24f7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11107af7c194b3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756334c74ba4dc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37780fe9a234ff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c2895719c954fa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d00f7ca7cb4ecb" /><Relationship Type="http://schemas.openxmlformats.org/officeDocument/2006/relationships/slideLayout" Target="/ppt/slideLayouts/slideLayout1.xml" Id="Raa581bdc49024e56" /><Relationship Type="http://schemas.openxmlformats.org/officeDocument/2006/relationships/slideLayout" Target="/ppt/slideLayouts/slideLayout2.xml" Id="R7a38737694f844bc" /><Relationship Type="http://schemas.openxmlformats.org/officeDocument/2006/relationships/slideLayout" Target="/ppt/slideLayouts/slideLayout3.xml" Id="Ra3ee18981a9a4732" /><Relationship Type="http://schemas.openxmlformats.org/officeDocument/2006/relationships/slideLayout" Target="/ppt/slideLayouts/slideLayout4.xml" Id="R974caa679b444b77" /><Relationship Type="http://schemas.openxmlformats.org/officeDocument/2006/relationships/slideLayout" Target="/ppt/slideLayouts/slideLayout5.xml" Id="R15d0f729f3a04e0f" /><Relationship Type="http://schemas.openxmlformats.org/officeDocument/2006/relationships/slideLayout" Target="/ppt/slideLayouts/slideLayout6.xml" Id="R92f96d69147640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581bdc49024e56"/>
    <p:sldLayoutId xmlns:r="http://schemas.openxmlformats.org/officeDocument/2006/relationships" id="2147483650" r:id="R7a38737694f844bc"/>
    <p:sldLayoutId xmlns:r="http://schemas.openxmlformats.org/officeDocument/2006/relationships" id="2147483651" r:id="Ra3ee18981a9a4732"/>
    <p:sldLayoutId xmlns:r="http://schemas.openxmlformats.org/officeDocument/2006/relationships" id="2147483652" r:id="R974caa679b444b77"/>
    <p:sldLayoutId xmlns:r="http://schemas.openxmlformats.org/officeDocument/2006/relationships" id="2147483653" r:id="R15d0f729f3a04e0f"/>
    <p:sldLayoutId xmlns:r="http://schemas.openxmlformats.org/officeDocument/2006/relationships" id="2147483654" r:id="R92f96d69147640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feaa9c5bdd44948" /><Relationship Type="http://schemas.openxmlformats.org/officeDocument/2006/relationships/notesSlide" Target="/ppt/notesSlides/notesSlide1.xml" Id="Rdf4e9564859c48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aca9b896774770" /><Relationship Type="http://schemas.openxmlformats.org/officeDocument/2006/relationships/notesSlide" Target="/ppt/notesSlides/notesSlide2.xml" Id="R2cd46a2ebc4f48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1c2fc3878bd403b" /><Relationship Type="http://schemas.openxmlformats.org/officeDocument/2006/relationships/image" Target="/ppt/media/image.png" Id="R01ca14a41d384af6" /><Relationship Type="http://schemas.openxmlformats.org/officeDocument/2006/relationships/notesSlide" Target="/ppt/notesSlides/notesSlide3.xml" Id="Refc4ca471b2e44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6612df409154d27" /><Relationship Type="http://schemas.openxmlformats.org/officeDocument/2006/relationships/image" Target="/ppt/media/image2.png" Id="R2c4af33d06674f18" /><Relationship Type="http://schemas.openxmlformats.org/officeDocument/2006/relationships/notesSlide" Target="/ppt/notesSlides/notesSlide4.xml" Id="R142a6dc76a2a40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83ae46b731f4774" /><Relationship Type="http://schemas.openxmlformats.org/officeDocument/2006/relationships/notesSlide" Target="/ppt/notesSlides/notesSlide5.xml" Id="Rc60995e8588141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5cc013063fb4d69" /><Relationship Type="http://schemas.openxmlformats.org/officeDocument/2006/relationships/notesSlide" Target="/ppt/notesSlides/notesSlide6.xml" Id="Rb0cb2f5a2e2b4a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102fb6fc14e4b21" /><Relationship Type="http://schemas.openxmlformats.org/officeDocument/2006/relationships/notesSlide" Target="/ppt/notesSlides/notesSlide7.xml" Id="Re828634cbeae4e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4b6824752d2454d" /><Relationship Type="http://schemas.openxmlformats.org/officeDocument/2006/relationships/notesSlide" Target="/ppt/notesSlides/notesSlide8.xml" Id="R1b31abea8e5440d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81f6b734b584801" /><Relationship Type="http://schemas.openxmlformats.org/officeDocument/2006/relationships/notesSlide" Target="/ppt/notesSlides/notesSlide9.xml" Id="Rd58f65af645e401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fbbccb0827840a9" /><Relationship Type="http://schemas.openxmlformats.org/officeDocument/2006/relationships/notesSlide" Target="/ppt/notesSlides/notesSlide10.xml" Id="Rf5bcec36ed16473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9db3b5d517e4df5" /><Relationship Type="http://schemas.openxmlformats.org/officeDocument/2006/relationships/notesSlide" Target="/ppt/notesSlides/notesSlide11.xml" Id="Rb15a514ea61c4bc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c36a77578fa4007" /><Relationship Type="http://schemas.openxmlformats.org/officeDocument/2006/relationships/notesSlide" Target="/ppt/notesSlides/notesSlide12.xml" Id="Rd0319f3d1de1414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249dac2f54c4ba7" /><Relationship Type="http://schemas.openxmlformats.org/officeDocument/2006/relationships/notesSlide" Target="/ppt/notesSlides/notesSlide13.xml" Id="R7304e424a82e49b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1a14ad3ed104f9a" /><Relationship Type="http://schemas.openxmlformats.org/officeDocument/2006/relationships/notesSlide" Target="/ppt/notesSlides/notesSlide14.xml" Id="Ra740df9ebbc544a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3bc8eee20974fbc" /><Relationship Type="http://schemas.openxmlformats.org/officeDocument/2006/relationships/notesSlide" Target="/ppt/notesSlides/notesSlide15.xml" Id="R400e14eca81a469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d56f6854c334c88" /><Relationship Type="http://schemas.openxmlformats.org/officeDocument/2006/relationships/notesSlide" Target="/ppt/notesSlides/notesSlide16.xml" Id="Rd876ca5a73f3407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b1e6cf7d50a40bf" /><Relationship Type="http://schemas.openxmlformats.org/officeDocument/2006/relationships/notesSlide" Target="/ppt/notesSlides/notesSlide17.xml" Id="R438fc333d9a04b4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129b65084ea4651" /><Relationship Type="http://schemas.openxmlformats.org/officeDocument/2006/relationships/notesSlide" Target="/ppt/notesSlides/notesSlide18.xml" Id="R26d95a0bcbaa4fa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70f84e153d24965" /><Relationship Type="http://schemas.openxmlformats.org/officeDocument/2006/relationships/notesSlide" Target="/ppt/notesSlides/notesSlide19.xml" Id="R9427d7713532498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522e267c3b04b7c" /><Relationship Type="http://schemas.openxmlformats.org/officeDocument/2006/relationships/notesSlide" Target="/ppt/notesSlides/notesSlide20.xml" Id="R9c58276d207b4ad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40a9f90fd5c4796" /><Relationship Type="http://schemas.openxmlformats.org/officeDocument/2006/relationships/notesSlide" Target="/ppt/notesSlides/notesSlide21.xml" Id="R187fb5cdf3aa4cc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71b90e9d36a4380" /><Relationship Type="http://schemas.openxmlformats.org/officeDocument/2006/relationships/notesSlide" Target="/ppt/notesSlides/notesSlide22.xml" Id="R2abbf886e2b2499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060f70abb7f424a" /><Relationship Type="http://schemas.openxmlformats.org/officeDocument/2006/relationships/notesSlide" Target="/ppt/notesSlides/notesSlide23.xml" Id="R5d2c541c2ba64a2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7b9dff3105f4556" /><Relationship Type="http://schemas.openxmlformats.org/officeDocument/2006/relationships/notesSlide" Target="/ppt/notesSlides/notesSlide24.xml" Id="R4d423eb3580347e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dc0037cfdfb4701" /><Relationship Type="http://schemas.openxmlformats.org/officeDocument/2006/relationships/notesSlide" Target="/ppt/notesSlides/notesSlide25.xml" Id="R8f816dc478fb4f1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f1ef4d0ffcb45f7" /><Relationship Type="http://schemas.openxmlformats.org/officeDocument/2006/relationships/notesSlide" Target="/ppt/notesSlides/notesSlide26.xml" Id="R2c6b8208d3da490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b35406eb3174785" /><Relationship Type="http://schemas.openxmlformats.org/officeDocument/2006/relationships/notesSlide" Target="/ppt/notesSlides/notesSlide27.xml" Id="Re8759c95a5f0429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796a5389b3c4574" /><Relationship Type="http://schemas.openxmlformats.org/officeDocument/2006/relationships/notesSlide" Target="/ppt/notesSlides/notesSlide28.xml" Id="R5b3b6eddd5c74f9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d3e31404df94c54" /><Relationship Type="http://schemas.openxmlformats.org/officeDocument/2006/relationships/notesSlide" Target="/ppt/notesSlides/notesSlide29.xml" Id="R75c49be4849348a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1aaf99373f346f8" /><Relationship Type="http://schemas.openxmlformats.org/officeDocument/2006/relationships/notesSlide" Target="/ppt/notesSlides/notesSlide30.xml" Id="R5c10fb33bd6f4bc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ad396a2fb5041dd" /><Relationship Type="http://schemas.openxmlformats.org/officeDocument/2006/relationships/notesSlide" Target="/ppt/notesSlides/notesSlide31.xml" Id="R48f3aae2bb56489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c6ec8ff55614543" /><Relationship Type="http://schemas.openxmlformats.org/officeDocument/2006/relationships/notesSlide" Target="/ppt/notesSlides/notesSlide32.xml" Id="Reab2a6d75150473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eb4ef9928c740bf" /><Relationship Type="http://schemas.openxmlformats.org/officeDocument/2006/relationships/notesSlide" Target="/ppt/notesSlides/notesSlide33.xml" Id="R502148f2d21a462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728534f72f24228" /><Relationship Type="http://schemas.openxmlformats.org/officeDocument/2006/relationships/notesSlide" Target="/ppt/notesSlides/notesSlide34.xml" Id="R0a96d2dbcac84e0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b6943905bda41aa" /><Relationship Type="http://schemas.openxmlformats.org/officeDocument/2006/relationships/notesSlide" Target="/ppt/notesSlides/notesSlide35.xml" Id="Rc5cac5a27ba7404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23212fe530e49fe" /><Relationship Type="http://schemas.openxmlformats.org/officeDocument/2006/relationships/notesSlide" Target="/ppt/notesSlides/notesSlide36.xml" Id="Ra7cec53f112f450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608f174cfa6441b" /><Relationship Type="http://schemas.openxmlformats.org/officeDocument/2006/relationships/notesSlide" Target="/ppt/notesSlides/notesSlide37.xml" Id="Rfc6011b18c9c41e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b184d013ab74911" /><Relationship Type="http://schemas.openxmlformats.org/officeDocument/2006/relationships/notesSlide" Target="/ppt/notesSlides/notesSlide38.xml" Id="Rb6758f45e9644a5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9ff56052c764da4" /><Relationship Type="http://schemas.openxmlformats.org/officeDocument/2006/relationships/notesSlide" Target="/ppt/notesSlides/notesSlide39.xml" Id="R41c63312a4ba468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b8df8b603c4439f" /><Relationship Type="http://schemas.openxmlformats.org/officeDocument/2006/relationships/notesSlide" Target="/ppt/notesSlides/notesSlide40.xml" Id="R0012740187334b2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75c318fe80b41be" /><Relationship Type="http://schemas.openxmlformats.org/officeDocument/2006/relationships/notesSlide" Target="/ppt/notesSlides/notesSlide41.xml" Id="Rba16813421294c8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9a5e6bb1c854f63" /><Relationship Type="http://schemas.openxmlformats.org/officeDocument/2006/relationships/notesSlide" Target="/ppt/notesSlides/notesSlide42.xml" Id="R3ba54778da854d4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0974359cc2c4df7" /><Relationship Type="http://schemas.openxmlformats.org/officeDocument/2006/relationships/notesSlide" Target="/ppt/notesSlides/notesSlide43.xml" Id="Rd64aef27de60496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85afebc2ed4432b" /><Relationship Type="http://schemas.openxmlformats.org/officeDocument/2006/relationships/notesSlide" Target="/ppt/notesSlides/notesSlide44.xml" Id="R9ac279749b7b42c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de102bd491c4f30" /><Relationship Type="http://schemas.openxmlformats.org/officeDocument/2006/relationships/notesSlide" Target="/ppt/notesSlides/notesSlide45.xml" Id="R595eabb1fa12418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d6941516dc44363" /><Relationship Type="http://schemas.openxmlformats.org/officeDocument/2006/relationships/notesSlide" Target="/ppt/notesSlides/notesSlide46.xml" Id="R43dae153994d468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3e97967a8904584" /><Relationship Type="http://schemas.openxmlformats.org/officeDocument/2006/relationships/notesSlide" Target="/ppt/notesSlides/notesSlide47.xml" Id="R000a810d0a2a4935"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rsn habit calendar one 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1.1.9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EB888F1E-5133-4C51-B362-4F126CD6B264}"/>
              </a:ext>
            </a:extLst>
          </p:cNvPr>
          <p:cNvPicPr>
            <a:picLocks xmlns:a="http://schemas.openxmlformats.org/drawingml/2006/main" noChangeAspect="1"/>
          </p:cNvPicPr>
          <p:nvPr/>
        </p:nvPicPr>
        <p:blipFill>
          <a:blip xmlns:r="http://schemas.openxmlformats.org/officeDocument/2006/relationships" xmlns:a="http://schemas.openxmlformats.org/drawingml/2006/main" r:embed="R01ca14a41d384af6"/>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60BB46A0-D159-4DFD-B08D-3E34FBECDDC0}"/>
              </a:ext>
            </a:extLst>
          </p:cNvPr>
          <p:cNvPicPr>
            <a:picLocks xmlns:a="http://schemas.openxmlformats.org/drawingml/2006/main" noChangeAspect="1"/>
          </p:cNvPicPr>
          <p:nvPr/>
        </p:nvPicPr>
        <p:blipFill>
          <a:blip xmlns:r="http://schemas.openxmlformats.org/officeDocument/2006/relationships" xmlns:a="http://schemas.openxmlformats.org/drawingml/2006/main" r:embed="R2c4af33d06674f18"/>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1.1.9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main.js, manifest.json and styles.css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color starter is embedded. Source code ZIP links require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provenance</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maintainer workflow attests the files built from the reviewed tag.</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GitHub CLI, verify each downloaded file against the repository.</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the verification result’s source commit and workflow.</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Local handoff files have checksums; they are not described as attested.</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Checksum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docs/RELEASE-ASSET-SHA256SUMS from the exact version tag.</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Ubuntu: sha256sum -c RELEASE-ASSET-SHA256SUMS</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shasum -a 256 -c RELEASE-ASSET-SHA256SUMS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use the PowerShell loop in docs/CHECKSUMS.md.</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Under Settings, Community plugins, enable rsn habit calendar one 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1.1.9.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plugins/rsn-habit-calendar-one-b/ if needed.</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the three downloaded plugin files directly into that folder.</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rsn habit calendar one b and verify version 1.1.9.</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rsn habit calendar one 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rsn habit calendar one 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1.1.9.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rsn habit calendar one 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.obsidian/plugins/rsn-habit-calendar-one-b/.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and styles.css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allow community plugins and enable rsn habit calendar one 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rsn habit calendar one 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1.1.9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rsn habit calendar one 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1.1.9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three plugin files into the iCloud vault’s matching plugin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it.</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1.1.9 and persistence. Keep this vault separate from Obsidian Sync.</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habit editor</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the calendar, open Details, then Habit list.</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Generate calendar offers only Y or N.</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writes the file and offers the current-month confirmation.</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3B876F-CCC6-435F-9B45-0BED6D7561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 calendar and Details</a:t>
            </a:r>
          </a:p>
        </p:txBody>
      </p:sp>
      <p:sp>
        <p:nvSpPr>
          <p:cNvPr id="2" name="">
            <a:extLst xmlns:a="http://schemas.openxmlformats.org/drawingml/2006/main">
              <a:ext uri="{FF2B5EF4-FFF2-40B4-BE49-F238E27FC236}">
                <a16:creationId xmlns:a16="http://schemas.microsoft.com/office/drawing/2014/main" id="{F36D46AA-C011-4751-A368-D16333890F8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 toolbar has Previous, Choose month, Next and Details. Search stays.</a:t>
            </a:r>
          </a:p>
        </p:txBody>
      </p:sp>
      <p:sp>
        <p:nvSpPr>
          <p:cNvPr id="3" name="">
            <a:extLst xmlns:a="http://schemas.openxmlformats.org/drawingml/2006/main">
              <a:ext uri="{FF2B5EF4-FFF2-40B4-BE49-F238E27FC236}">
                <a16:creationId xmlns:a16="http://schemas.microsoft.com/office/drawing/2014/main" id="{B1CD8B35-7633-4EC9-B61D-30238B34353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contains Habit list, Color reference, Apply habit list and Statistics.</a:t>
            </a:r>
          </a:p>
        </p:txBody>
      </p:sp>
      <p:sp>
        <p:nvSpPr>
          <p:cNvPr id="4" name="">
            <a:extLst xmlns:a="http://schemas.openxmlformats.org/drawingml/2006/main">
              <a:ext uri="{FF2B5EF4-FFF2-40B4-BE49-F238E27FC236}">
                <a16:creationId xmlns:a16="http://schemas.microsoft.com/office/drawing/2014/main" id="{3A3660F9-BED2-43C0-B8F7-65A8B476DFA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Statistics and Back to calendars use the month displayed on Details.</a:t>
            </a:r>
          </a:p>
        </p:txBody>
      </p:sp>
      <p:sp>
        <p:nvSpPr>
          <p:cNvPr id="5" name="">
            <a:extLst xmlns:a="http://schemas.openxmlformats.org/drawingml/2006/main">
              <a:ext uri="{FF2B5EF4-FFF2-40B4-BE49-F238E27FC236}">
                <a16:creationId xmlns:a16="http://schemas.microsoft.com/office/drawing/2014/main" id="{B5E0E8FE-39F2-4C21-B26B-1831FF70A1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Apply habit list always targets the actual current month, with Yes/No approval.</a:t>
            </a:r>
          </a:p>
        </p:txBody>
      </p:sp>
      <p:sp>
        <p:nvSpPr>
          <p:cNvPr id="6" name="">
            <a:extLst xmlns:a="http://schemas.openxmlformats.org/drawingml/2006/main">
              <a:ext uri="{FF2B5EF4-FFF2-40B4-BE49-F238E27FC236}">
                <a16:creationId xmlns:a16="http://schemas.microsoft.com/office/drawing/2014/main" id="{C6DDCF7B-3A8B-4505-B4CE-8C9F2B3BD99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F23288FA-2FC7-42C0-B162-B2629A664E5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36873396"/>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EC3175-B520-4274-8682-01B51E7D3E2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Sidebar hiding without CSS overrides</a:t>
            </a:r>
          </a:p>
        </p:txBody>
      </p:sp>
      <p:sp>
        <p:nvSpPr>
          <p:cNvPr id="2" name="">
            <a:extLst xmlns:a="http://schemas.openxmlformats.org/drawingml/2006/main">
              <a:ext uri="{FF2B5EF4-FFF2-40B4-BE49-F238E27FC236}">
                <a16:creationId xmlns:a16="http://schemas.microsoft.com/office/drawing/2014/main" id="{6AE231DF-A798-48B3-9CAB-729F19B56CA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Months stays visible; the same five internal entries stay hidden.</a:t>
            </a:r>
          </a:p>
        </p:txBody>
      </p:sp>
      <p:sp>
        <p:nvSpPr>
          <p:cNvPr id="3" name="">
            <a:extLst xmlns:a="http://schemas.openxmlformats.org/drawingml/2006/main">
              <a:ext uri="{FF2B5EF4-FFF2-40B4-BE49-F238E27FC236}">
                <a16:creationId xmlns:a16="http://schemas.microsoft.com/office/drawing/2014/main" id="{2A527120-613A-41A9-8B2D-6C47A3086A9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Exact-path rules conceal and collapse their titles and child lists.</a:t>
            </a:r>
          </a:p>
        </p:txBody>
      </p:sp>
      <p:sp>
        <p:nvSpPr>
          <p:cNvPr id="4" name="">
            <a:extLst xmlns:a="http://schemas.openxmlformats.org/drawingml/2006/main">
              <a:ext uri="{FF2B5EF4-FFF2-40B4-BE49-F238E27FC236}">
                <a16:creationId xmlns:a16="http://schemas.microsoft.com/office/drawing/2014/main" id="{745CBFAF-E897-4282-ADA8-E7E0DE10F7C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:has selectors, !important declarations or DOM observers are used.</a:t>
            </a:r>
          </a:p>
        </p:txBody>
      </p:sp>
      <p:sp>
        <p:nvSpPr>
          <p:cNvPr id="5" name="">
            <a:extLst xmlns:a="http://schemas.openxmlformats.org/drawingml/2006/main">
              <a:ext uri="{FF2B5EF4-FFF2-40B4-BE49-F238E27FC236}">
                <a16:creationId xmlns:a16="http://schemas.microsoft.com/office/drawing/2014/main" id="{07FED7E1-1E6F-4815-BC5B-0F74728B354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retains access. Keep every tracker file in backups and sync.</a:t>
            </a:r>
          </a:p>
        </p:txBody>
      </p:sp>
      <p:sp>
        <p:nvSpPr>
          <p:cNvPr id="6" name="">
            <a:extLst xmlns:a="http://schemas.openxmlformats.org/drawingml/2006/main">
              <a:ext uri="{FF2B5EF4-FFF2-40B4-BE49-F238E27FC236}">
                <a16:creationId xmlns:a16="http://schemas.microsoft.com/office/drawing/2014/main" id="{FCF203A3-3CA2-4F50-A2B3-01898F88C5C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0A7659C7-40F5-4203-92A3-33C1A7CC4C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2129464627"/>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C33C2D-FBEF-4F3C-A96D-ED19AF89974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editor on desktop and mobile</a:t>
            </a:r>
          </a:p>
        </p:txBody>
      </p:sp>
      <p:sp>
        <p:nvSpPr>
          <p:cNvPr id="2" name="">
            <a:extLst xmlns:a="http://schemas.openxmlformats.org/drawingml/2006/main">
              <a:ext uri="{FF2B5EF4-FFF2-40B4-BE49-F238E27FC236}">
                <a16:creationId xmlns:a16="http://schemas.microsoft.com/office/drawing/2014/main" id="{0E4483DF-C354-43C9-94D2-31D879D6431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Names, Y/N choices and colors are editable in one page.</a:t>
            </a:r>
          </a:p>
        </p:txBody>
      </p:sp>
      <p:sp>
        <p:nvSpPr>
          <p:cNvPr id="3" name="">
            <a:extLst xmlns:a="http://schemas.openxmlformats.org/drawingml/2006/main">
              <a:ext uri="{FF2B5EF4-FFF2-40B4-BE49-F238E27FC236}">
                <a16:creationId xmlns:a16="http://schemas.microsoft.com/office/drawing/2014/main" id="{4530FA6E-12D7-4E14-B6AA-747CF17BEC1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editor stacks controls vertically on phones, tablets and narrow panes.</a:t>
            </a:r>
          </a:p>
        </p:txBody>
      </p:sp>
      <p:sp>
        <p:nvSpPr>
          <p:cNvPr id="4" name="">
            <a:extLst xmlns:a="http://schemas.openxmlformats.org/drawingml/2006/main">
              <a:ext uri="{FF2B5EF4-FFF2-40B4-BE49-F238E27FC236}">
                <a16:creationId xmlns:a16="http://schemas.microsoft.com/office/drawing/2014/main" id="{47FD5FB3-C2E4-416F-A05E-CCF76282D1F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color displays name, hex and shade. Direct hex entry stays available.</a:t>
            </a:r>
          </a:p>
        </p:txBody>
      </p:sp>
      <p:sp>
        <p:nvSpPr>
          <p:cNvPr id="5" name="">
            <a:extLst xmlns:a="http://schemas.openxmlformats.org/drawingml/2006/main">
              <a:ext uri="{FF2B5EF4-FFF2-40B4-BE49-F238E27FC236}">
                <a16:creationId xmlns:a16="http://schemas.microsoft.com/office/drawing/2014/main" id="{DA1827A8-AC7C-48BA-A7A3-5FA1BC582F0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before closing. Open Markdown file provides access to the underlying table.</a:t>
            </a:r>
          </a:p>
        </p:txBody>
      </p:sp>
      <p:sp>
        <p:nvSpPr>
          <p:cNvPr id="6" name="">
            <a:extLst xmlns:a="http://schemas.openxmlformats.org/drawingml/2006/main">
              <a:ext uri="{FF2B5EF4-FFF2-40B4-BE49-F238E27FC236}">
                <a16:creationId xmlns:a16="http://schemas.microsoft.com/office/drawing/2014/main" id="{73E23D6B-F47E-456F-9241-B5A59E8DD661}"/>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06CE44C3-A3E8-46A7-B0CA-D7C248EF858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1964491230"/>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DF7696-8006-46A7-B722-412E020F16F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Saving and sync conflicts</a:t>
            </a:r>
          </a:p>
        </p:txBody>
      </p:sp>
      <p:sp>
        <p:nvSpPr>
          <p:cNvPr id="2" name="">
            <a:extLst xmlns:a="http://schemas.openxmlformats.org/drawingml/2006/main">
              <a:ext uri="{FF2B5EF4-FFF2-40B4-BE49-F238E27FC236}">
                <a16:creationId xmlns:a16="http://schemas.microsoft.com/office/drawing/2014/main" id="{87698E3D-EE20-4405-93BF-FB2AA13D5EB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validates all rows before writing any changes.</a:t>
            </a:r>
          </a:p>
        </p:txBody>
      </p:sp>
      <p:sp>
        <p:nvSpPr>
          <p:cNvPr id="3" name="">
            <a:extLst xmlns:a="http://schemas.openxmlformats.org/drawingml/2006/main">
              <a:ext uri="{FF2B5EF4-FFF2-40B4-BE49-F238E27FC236}">
                <a16:creationId xmlns:a16="http://schemas.microsoft.com/office/drawing/2014/main" id="{F5C19499-A181-4D7D-9A5D-458E612D787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meaningful change immediately offers the existing Yes/No reset confirmation.</a:t>
            </a:r>
          </a:p>
        </p:txBody>
      </p:sp>
      <p:sp>
        <p:nvSpPr>
          <p:cNvPr id="4" name="">
            <a:extLst xmlns:a="http://schemas.openxmlformats.org/drawingml/2006/main">
              <a:ext uri="{FF2B5EF4-FFF2-40B4-BE49-F238E27FC236}">
                <a16:creationId xmlns:a16="http://schemas.microsoft.com/office/drawing/2014/main" id="{F9747206-F531-4F94-B4CF-47E8AE09878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sync changed the list while you edited, Save refuses to overwrite that newer file.</a:t>
            </a:r>
          </a:p>
        </p:txBody>
      </p:sp>
      <p:sp>
        <p:nvSpPr>
          <p:cNvPr id="5" name="">
            <a:extLst xmlns:a="http://schemas.openxmlformats.org/drawingml/2006/main">
              <a:ext uri="{FF2B5EF4-FFF2-40B4-BE49-F238E27FC236}">
                <a16:creationId xmlns:a16="http://schemas.microsoft.com/office/drawing/2014/main" id="{5B9B0D10-4C32-4781-A645-E5FBD2D1EFB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your edits, reopen the editor and apply them to the latest list.</a:t>
            </a:r>
          </a:p>
        </p:txBody>
      </p:sp>
      <p:sp>
        <p:nvSpPr>
          <p:cNvPr id="6" name="">
            <a:extLst xmlns:a="http://schemas.openxmlformats.org/drawingml/2006/main">
              <a:ext uri="{FF2B5EF4-FFF2-40B4-BE49-F238E27FC236}">
                <a16:creationId xmlns:a16="http://schemas.microsoft.com/office/drawing/2014/main" id="{DF6C6A55-AEEE-4D15-A102-96215A7FD41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25195D3A-4553-4B78-9B58-300BFD0AA45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2012977631"/>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saved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Details, 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1867211310"/>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810063287"/>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Header colors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Details, open Habit list and select Choose color for a habit.</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Search color names or hex codes, then select a row with its actual shade.</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You can also type a custom six-digit code such as #B8A9E8.</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also has Color reference. Reopen the editor after adding custom rows.</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854032132"/>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Edit a name in the editor while its stable ID stays unchanged.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habit creates a row. Remove habit removes a draft row.</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Y or N and save. Yes resets all current-month marks; No preserves them.</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reordering, use Open Markdown file and move whole rows with their IDs.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1771761476"/>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Details from the month you want, then select Statistics.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930045280"/>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685441260"/>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1692503126"/>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786956386"/>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365177639"/>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Upgrade to version 1.1.9</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1.1.3–1.1.8, close Obsidian and back up the complete vault.</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Replace main.js, manifest.json and styles.css with matching 1.1.9 files.</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Preserve data.json and the complete Habit Tracker folder.</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Details access, expanded folders and plugin disable/re-enable.</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1733090487"/>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A0C2E2-ED7A-4DF1-93A0-4F2AC12515E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activation and checks</a:t>
            </a:r>
          </a:p>
        </p:txBody>
      </p:sp>
      <p:sp>
        <p:nvSpPr>
          <p:cNvPr id="2" name="">
            <a:extLst xmlns:a="http://schemas.openxmlformats.org/drawingml/2006/main">
              <a:ext uri="{FF2B5EF4-FFF2-40B4-BE49-F238E27FC236}">
                <a16:creationId xmlns:a16="http://schemas.microsoft.com/office/drawing/2014/main" id="{BF1CB7FB-F9DA-4BA4-8B8B-E3E82222C77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Enable rsn habit calendar one b and confirm version 1.1.9. Keep the old plugin off.</a:t>
            </a:r>
          </a:p>
        </p:txBody>
      </p:sp>
      <p:sp>
        <p:nvSpPr>
          <p:cNvPr id="3" name="">
            <a:extLst xmlns:a="http://schemas.openxmlformats.org/drawingml/2006/main">
              <a:ext uri="{FF2B5EF4-FFF2-40B4-BE49-F238E27FC236}">
                <a16:creationId xmlns:a16="http://schemas.microsoft.com/office/drawing/2014/main" id="{3D430491-3259-4B36-BBB9-FE794E7AA8B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Compare existing marks, statistics and history with the backup.</a:t>
            </a:r>
          </a:p>
        </p:txBody>
      </p:sp>
      <p:sp>
        <p:nvSpPr>
          <p:cNvPr id="4" name="">
            <a:extLst xmlns:a="http://schemas.openxmlformats.org/drawingml/2006/main">
              <a:ext uri="{FF2B5EF4-FFF2-40B4-BE49-F238E27FC236}">
                <a16:creationId xmlns:a16="http://schemas.microsoft.com/office/drawing/2014/main" id="{E80C26B6-D77A-4845-BC02-BB9A0ABFECB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Reassign hotkeys and command shortcuts to the new plugin name.</a:t>
            </a:r>
          </a:p>
        </p:txBody>
      </p:sp>
      <p:sp>
        <p:nvSpPr>
          <p:cNvPr id="5" name="">
            <a:extLst xmlns:a="http://schemas.openxmlformats.org/drawingml/2006/main">
              <a:ext uri="{FF2B5EF4-FFF2-40B4-BE49-F238E27FC236}">
                <a16:creationId xmlns:a16="http://schemas.microsoft.com/office/drawing/2014/main" id="{97C166DF-3302-4F80-A46B-977361790F1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a pending habit-list edit prompts for replacement, choose No until you intend a reset.</a:t>
            </a:r>
          </a:p>
        </p:txBody>
      </p:sp>
      <p:sp>
        <p:nvSpPr>
          <p:cNvPr id="6" name="">
            <a:extLst xmlns:a="http://schemas.openxmlformats.org/drawingml/2006/main">
              <a:ext uri="{FF2B5EF4-FFF2-40B4-BE49-F238E27FC236}">
                <a16:creationId xmlns:a16="http://schemas.microsoft.com/office/drawing/2014/main" id="{B4296B63-B3BD-46D9-8CBB-DBC689AA9B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1065EB51-2E28-4819-8C80-3B718B79578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482428774"/>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98547A-4431-4608-B41D-3A990AA9D41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phones and tablets</a:t>
            </a:r>
          </a:p>
        </p:txBody>
      </p:sp>
      <p:sp>
        <p:nvSpPr>
          <p:cNvPr id="2" name="">
            <a:extLst xmlns:a="http://schemas.openxmlformats.org/drawingml/2006/main">
              <a:ext uri="{FF2B5EF4-FFF2-40B4-BE49-F238E27FC236}">
                <a16:creationId xmlns:a16="http://schemas.microsoft.com/office/drawing/2014/main" id="{0440FEAC-DA74-44BC-8E6F-2CD37201089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Obsidian Sync, finish the desktop migration while other devices are idle.</a:t>
            </a:r>
          </a:p>
        </p:txBody>
      </p:sp>
      <p:sp>
        <p:nvSpPr>
          <p:cNvPr id="3" name="">
            <a:extLst xmlns:a="http://schemas.openxmlformats.org/drawingml/2006/main">
              <a:ext uri="{FF2B5EF4-FFF2-40B4-BE49-F238E27FC236}">
                <a16:creationId xmlns:a16="http://schemas.microsoft.com/office/drawing/2014/main" id="{361DD13C-0C8C-4E7B-AC00-948D6A46A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installed/active plugin lists and plugin settings to transfer data.json.</a:t>
            </a:r>
          </a:p>
        </p:txBody>
      </p:sp>
      <p:sp>
        <p:nvSpPr>
          <p:cNvPr id="4" name="">
            <a:extLst xmlns:a="http://schemas.openxmlformats.org/drawingml/2006/main">
              <a:ext uri="{FF2B5EF4-FFF2-40B4-BE49-F238E27FC236}">
                <a16:creationId xmlns:a16="http://schemas.microsoft.com/office/drawing/2014/main" id="{E61FC035-C152-4FDF-931D-44FBB81018E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wait for transfer, restart, and verify the old plugin is off and 1.1.9 is on.</a:t>
            </a:r>
          </a:p>
        </p:txBody>
      </p:sp>
      <p:sp>
        <p:nvSpPr>
          <p:cNvPr id="5" name="">
            <a:extLst xmlns:a="http://schemas.openxmlformats.org/drawingml/2006/main">
              <a:ext uri="{FF2B5EF4-FFF2-40B4-BE49-F238E27FC236}">
                <a16:creationId xmlns:a16="http://schemas.microsoft.com/office/drawing/2014/main" id="{897F9C73-976A-46D0-891C-99F14508C77C}"/>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iCloud, copy files and settings on the Mac, then verify each Apple device.</a:t>
            </a:r>
          </a:p>
        </p:txBody>
      </p:sp>
      <p:sp>
        <p:nvSpPr>
          <p:cNvPr id="6" name="">
            <a:extLst xmlns:a="http://schemas.openxmlformats.org/drawingml/2006/main">
              <a:ext uri="{FF2B5EF4-FFF2-40B4-BE49-F238E27FC236}">
                <a16:creationId xmlns:a16="http://schemas.microsoft.com/office/drawing/2014/main" id="{2295DC1A-CB85-475B-9C01-B92F24621FB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AE1C4F83-BFD8-4EF6-BD10-200449A32D9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767922385"/>
      </p:ext>
    </p:extLst>
  </p:cSld>
</p:sld>
</file>

<file path=ppt/slides/slide3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39</a:t>
            </a:r>
          </a:p>
        </p:txBody>
      </p:sp>
    </p:spTree>
    <p:extLst>
      <p:ext uri="{BB962C8B-B14F-4D97-AF65-F5344CB8AC3E}">
        <p14:creationId xmlns:p14="http://schemas.microsoft.com/office/powerpoint/2010/main" val="1641408293"/>
      </p:ext>
    </p:extLst>
  </p:cSld>
</p:sld>
</file>

<file path=ppt/slides/slide4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source and release files</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at the GitHub root, including hidden .github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old src/core.js and src/plugin-source.js. Upload the .ts replacements.</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only main.js, manifest.json and styles.css as release attachments.</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optional ZIP, color file and checksums stay in the separate manual kit.</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40</a:t>
            </a:r>
          </a:p>
        </p:txBody>
      </p:sp>
    </p:spTree>
    <p:extLst>
      <p:ext uri="{BB962C8B-B14F-4D97-AF65-F5344CB8AC3E}">
        <p14:creationId xmlns:p14="http://schemas.microsoft.com/office/powerpoint/2010/main" val="109499648"/>
      </p:ext>
    </p:extLst>
  </p:cSld>
</p:sld>
</file>

<file path=ppt/slides/slide4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2F8E3B-7A58-40BD-9738-25BFF0214E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Update the existing GitHub repository</a:t>
            </a:r>
          </a:p>
        </p:txBody>
      </p:sp>
      <p:sp>
        <p:nvSpPr>
          <p:cNvPr id="2" name="">
            <a:extLst xmlns:a="http://schemas.openxmlformats.org/drawingml/2006/main">
              <a:ext uri="{FF2B5EF4-FFF2-40B4-BE49-F238E27FC236}">
                <a16:creationId xmlns:a16="http://schemas.microsoft.com/office/drawing/2014/main" id="{ECA63C7F-F30D-4C4C-9F29-BA3EA5F90F3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repository, history, tags and previous releases. Do not delete everything.</a:t>
            </a:r>
          </a:p>
        </p:txBody>
      </p:sp>
      <p:sp>
        <p:nvSpPr>
          <p:cNvPr id="3" name="">
            <a:extLst xmlns:a="http://schemas.openxmlformats.org/drawingml/2006/main">
              <a:ext uri="{FF2B5EF4-FFF2-40B4-BE49-F238E27FC236}">
                <a16:creationId xmlns:a16="http://schemas.microsoft.com/office/drawing/2014/main" id="{656619A2-2F92-4150-9002-4715EF18203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repository/ contents into the source root, including hidden .github files.</a:t>
            </a:r>
          </a:p>
        </p:txBody>
      </p:sp>
      <p:sp>
        <p:nvSpPr>
          <p:cNvPr id="4" name="">
            <a:extLst xmlns:a="http://schemas.openxmlformats.org/drawingml/2006/main">
              <a:ext uri="{FF2B5EF4-FFF2-40B4-BE49-F238E27FC236}">
                <a16:creationId xmlns:a16="http://schemas.microsoft.com/office/drawing/2014/main" id="{E87C7AA2-1FFC-4BD4-B174-7290C638888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only the superseded src/core.js and src/plugin-source.js source files.</a:t>
            </a:r>
          </a:p>
        </p:txBody>
      </p:sp>
      <p:sp>
        <p:nvSpPr>
          <p:cNvPr id="5" name="">
            <a:extLst xmlns:a="http://schemas.openxmlformats.org/drawingml/2006/main">
              <a:ext uri="{FF2B5EF4-FFF2-40B4-BE49-F238E27FC236}">
                <a16:creationId xmlns:a16="http://schemas.microsoft.com/office/drawing/2014/main" id="{FF3D0051-4852-40FF-B24D-F0F7DEED938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Review a branch/PR, run all three OS checks, then merge the complete update.</a:t>
            </a:r>
          </a:p>
        </p:txBody>
      </p:sp>
      <p:sp>
        <p:nvSpPr>
          <p:cNvPr id="6" name="">
            <a:extLst xmlns:a="http://schemas.openxmlformats.org/drawingml/2006/main">
              <a:ext uri="{FF2B5EF4-FFF2-40B4-BE49-F238E27FC236}">
                <a16:creationId xmlns:a16="http://schemas.microsoft.com/office/drawing/2014/main" id="{06467542-16CB-4AF9-910B-CCC63427F9A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1A2588D1-41F0-42B6-8FF8-C4A019276EF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41</a:t>
            </a:r>
          </a:p>
        </p:txBody>
      </p:sp>
    </p:spTree>
    <p:extLst>
      <p:ext uri="{BB962C8B-B14F-4D97-AF65-F5344CB8AC3E}">
        <p14:creationId xmlns:p14="http://schemas.microsoft.com/office/powerpoint/2010/main" val="1914632812"/>
      </p:ext>
    </p:extLst>
  </p:cSld>
</p:sld>
</file>

<file path=ppt/slides/slide4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DE105E-02D1-420D-B98D-2C2C2E9047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Manual kit: GitHub Actions artifacts</a:t>
            </a:r>
          </a:p>
        </p:txBody>
      </p:sp>
      <p:sp>
        <p:nvSpPr>
          <p:cNvPr id="2" name="">
            <a:extLst xmlns:a="http://schemas.openxmlformats.org/drawingml/2006/main">
              <a:ext uri="{FF2B5EF4-FFF2-40B4-BE49-F238E27FC236}">
                <a16:creationId xmlns:a16="http://schemas.microsoft.com/office/drawing/2014/main" id="{60AA2628-8826-427F-A6C2-175094EB23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uploads the kit automatically; do not commit manual-downloads/.</a:t>
            </a:r>
          </a:p>
        </p:txBody>
      </p:sp>
      <p:sp>
        <p:nvSpPr>
          <p:cNvPr id="3" name="">
            <a:extLst xmlns:a="http://schemas.openxmlformats.org/drawingml/2006/main">
              <a:ext uri="{FF2B5EF4-FFF2-40B4-BE49-F238E27FC236}">
                <a16:creationId xmlns:a16="http://schemas.microsoft.com/office/drawing/2014/main" id="{89E8ABD7-CC72-4AF5-9806-E6443C92930D}"/>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Actions → Build and review → the successful run for your intended commit.</a:t>
            </a:r>
          </a:p>
        </p:txBody>
      </p:sp>
      <p:sp>
        <p:nvSpPr>
          <p:cNvPr id="4" name="">
            <a:extLst xmlns:a="http://schemas.openxmlformats.org/drawingml/2006/main">
              <a:ext uri="{FF2B5EF4-FFF2-40B4-BE49-F238E27FC236}">
                <a16:creationId xmlns:a16="http://schemas.microsoft.com/office/drawing/2014/main" id="{6E94B584-9093-42D5-ADD8-5C22E51EC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Under Artifacts, download habit-calendar-test-kit-Linux and extract it.</a:t>
            </a:r>
          </a:p>
        </p:txBody>
      </p:sp>
      <p:sp>
        <p:nvSpPr>
          <p:cNvPr id="5" name="">
            <a:extLst xmlns:a="http://schemas.openxmlformats.org/drawingml/2006/main">
              <a:ext uri="{FF2B5EF4-FFF2-40B4-BE49-F238E27FC236}">
                <a16:creationId xmlns:a16="http://schemas.microsoft.com/office/drawing/2014/main" id="{EBFA09BB-1666-48CF-8A4D-1D006D02C6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Verify SHA256SUMS. Extract the inner plugin ZIP or copy the three program files.</a:t>
            </a:r>
          </a:p>
        </p:txBody>
      </p:sp>
      <p:sp>
        <p:nvSpPr>
          <p:cNvPr id="6" name="">
            <a:extLst xmlns:a="http://schemas.openxmlformats.org/drawingml/2006/main">
              <a:ext uri="{FF2B5EF4-FFF2-40B4-BE49-F238E27FC236}">
                <a16:creationId xmlns:a16="http://schemas.microsoft.com/office/drawing/2014/main" id="{05E754DF-C038-4D6E-AA9F-D01840D9671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514D7B09-387B-4E03-9757-075DC9F9898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42</a:t>
            </a:r>
          </a:p>
        </p:txBody>
      </p:sp>
    </p:spTree>
    <p:extLst>
      <p:ext uri="{BB962C8B-B14F-4D97-AF65-F5344CB8AC3E}">
        <p14:creationId xmlns:p14="http://schemas.microsoft.com/office/powerpoint/2010/main" val="1674005716"/>
      </p:ext>
    </p:extLst>
  </p:cSld>
</p:sld>
</file>

<file path=ppt/slides/slide4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1D1E-900C-4FE0-9250-8BECE362E7A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permanent manual downloads</a:t>
            </a:r>
          </a:p>
        </p:txBody>
      </p:sp>
      <p:sp>
        <p:nvSpPr>
          <p:cNvPr id="2" name="">
            <a:extLst xmlns:a="http://schemas.openxmlformats.org/drawingml/2006/main">
              <a:ext uri="{FF2B5EF4-FFF2-40B4-BE49-F238E27FC236}">
                <a16:creationId xmlns:a16="http://schemas.microsoft.com/office/drawing/2014/main" id="{D0192BC5-CCB6-4335-A572-7FE6588AC2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Most users need only the three plugin release files or the Community installer.</a:t>
            </a:r>
          </a:p>
        </p:txBody>
      </p:sp>
      <p:sp>
        <p:nvSpPr>
          <p:cNvPr id="3" name="">
            <a:extLst xmlns:a="http://schemas.openxmlformats.org/drawingml/2006/main">
              <a:ext uri="{FF2B5EF4-FFF2-40B4-BE49-F238E27FC236}">
                <a16:creationId xmlns:a16="http://schemas.microsoft.com/office/drawing/2014/main" id="{7D849ADD-0615-459A-A910-4046DB46F9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a permanent full kit, optionally create a separate downloads-only repository.</a:t>
            </a:r>
          </a:p>
        </p:txBody>
      </p:sp>
      <p:sp>
        <p:nvSpPr>
          <p:cNvPr id="4" name="">
            <a:extLst xmlns:a="http://schemas.openxmlformats.org/drawingml/2006/main">
              <a:ext uri="{FF2B5EF4-FFF2-40B4-BE49-F238E27FC236}">
                <a16:creationId xmlns:a16="http://schemas.microsoft.com/office/drawing/2014/main" id="{4D66FB73-11C1-4981-9BEC-E0400124D51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the six verified kit files to its manual-kit-1.1.9 release; link the source/license.</a:t>
            </a:r>
          </a:p>
        </p:txBody>
      </p:sp>
      <p:sp>
        <p:nvSpPr>
          <p:cNvPr id="5" name="">
            <a:extLst xmlns:a="http://schemas.openxmlformats.org/drawingml/2006/main">
              <a:ext uri="{FF2B5EF4-FFF2-40B4-BE49-F238E27FC236}">
                <a16:creationId xmlns:a16="http://schemas.microsoft.com/office/drawing/2014/main" id="{EA4F86B3-6393-4CB7-B067-712F29C70AA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plugin’s own Community release limited to its three supported files.</a:t>
            </a:r>
          </a:p>
        </p:txBody>
      </p:sp>
      <p:sp>
        <p:nvSpPr>
          <p:cNvPr id="6" name="">
            <a:extLst xmlns:a="http://schemas.openxmlformats.org/drawingml/2006/main">
              <a:ext uri="{FF2B5EF4-FFF2-40B4-BE49-F238E27FC236}">
                <a16:creationId xmlns:a16="http://schemas.microsoft.com/office/drawing/2014/main" id="{0C243B7C-8CB2-4031-9F20-0DEE8B9E146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718902C9-8CF2-42F2-A2E5-DB1C1AD4C4D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43</a:t>
            </a:r>
          </a:p>
        </p:txBody>
      </p:sp>
    </p:spTree>
    <p:extLst>
      <p:ext uri="{BB962C8B-B14F-4D97-AF65-F5344CB8AC3E}">
        <p14:creationId xmlns:p14="http://schemas.microsoft.com/office/powerpoint/2010/main" val="1013240923"/>
      </p:ext>
    </p:extLst>
  </p:cSld>
</p:sld>
</file>

<file path=ppt/slides/slide4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regression checks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ci --ignore-scripts, npm run check and npm run test:helper.</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CSS guards reject :has and !important in the distributed stylesheet.</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Manifest tests reject stale versions, changed metadata and invalid tags.</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three-OS CI and native app/theme tests before publishing.</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44</a:t>
            </a:r>
          </a:p>
        </p:txBody>
      </p:sp>
    </p:spTree>
    <p:extLst>
      <p:ext uri="{BB962C8B-B14F-4D97-AF65-F5344CB8AC3E}">
        <p14:creationId xmlns:p14="http://schemas.microsoft.com/office/powerpoint/2010/main" val="870038696"/>
      </p:ext>
    </p:extLst>
  </p:cSld>
</p:sld>
</file>

<file path=ppt/slides/slide4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matching release manifests</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Commit version 1.1.9 on the default branch; wait for passing CI.</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Create tag 1.1.9 on that commit, without a v prefix.</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Build the draft, then test its three downloaded attachments.</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After publication, run Audit published manifest with tag 1.1.9.</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45</a:t>
            </a:r>
          </a:p>
        </p:txBody>
      </p:sp>
    </p:spTree>
    <p:extLst>
      <p:ext uri="{BB962C8B-B14F-4D97-AF65-F5344CB8AC3E}">
        <p14:creationId xmlns:p14="http://schemas.microsoft.com/office/powerpoint/2010/main" val="1623824042"/>
      </p:ext>
    </p:extLst>
  </p:cSld>
</p:sld>
</file>

<file path=ppt/slides/slide4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attested draft and review</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Prepare attested release for the tested tag 1.1.9.</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It checks the live branch before attestation and the uploaded draft afterward.</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Publish the tested draft; audit its manifest before requesting review.</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Return to the existing Community entry and describe both fixes.</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46</a:t>
            </a:r>
          </a:p>
        </p:txBody>
      </p:sp>
    </p:spTree>
    <p:extLst>
      <p:ext uri="{BB962C8B-B14F-4D97-AF65-F5344CB8AC3E}">
        <p14:creationId xmlns:p14="http://schemas.microsoft.com/office/powerpoint/2010/main" val="1387818242"/>
      </p:ext>
    </p:extLst>
  </p:cSld>
</p:sld>
</file>

<file path=ppt/slides/slide4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installation on every target platform.</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docs/DEPLOYMENT-UPDATE-GUIDE.md: cleanup and manual-kit distribution.</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testing and submission.</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docs/DESIGN-DECISIONS.md: questions, answers and final design.</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1.1.9</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47</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2026-10-27T09:31:21.5470000Z</dcterms:created>
  <dcterms:modified xsi:type="dcterms:W3CDTF">2026-10-27T09:31:21.5470000Z</dcterms:modified>
</coreProperties>
</file>